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Intro: 今天汇报的这篇工作来自 Khalifa University 和浙江大学合作，发表在 arXiv 上</a:t>
            </a:r>
          </a:p>
          <a:p>
            <a:r>
              <a:rPr lang="zh-CN" dirty="0"/>
              <a:t>• Hook: 大模型能看文字、看图片、听声音，但还不能"看"无线电波。这篇工作填补了这个空白</a:t>
            </a:r>
          </a:p>
          <a:p>
            <a:r>
              <a:rPr lang="zh-CN" dirty="0"/>
              <a:t>• Transition: 先来看看为什么要做这件事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Overview: 整个汇报分为六个部分，从背景、方法、数据、实验到展望</a:t>
            </a:r>
          </a:p>
          <a:p>
            <a:r>
              <a:rPr lang="zh-CN" dirty="0"/>
              <a:t>• Timing: 大约 20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Key point: LLM 在文本领域取得了巨大成功，VLM 扩展到了视觉，Whisper 扩展到了音频</a:t>
            </a:r>
          </a:p>
          <a:p>
            <a:r>
              <a:rPr lang="zh-CN" dirty="0"/>
              <a:t>• Problem: 但无线通信的物理层信号——RF——还没有被任何主流大模型支持</a:t>
            </a:r>
          </a:p>
          <a:p>
            <a:r>
              <a:rPr lang="zh-CN" dirty="0"/>
              <a:t>• Question: 有人可能会问，那传统的 RF 机器学习方法不行吗？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Four problems: 这四重困境概括了传统方法的根本问题</a:t>
            </a:r>
          </a:p>
          <a:p>
            <a:r>
              <a:rPr lang="zh-CN" dirty="0"/>
              <a:t>• Emphasize: 尤其"每任务一个模型"和"没有交互界面"这两点，是促使这篇工作诞生的核心驱动力</a:t>
            </a:r>
          </a:p>
          <a:p>
            <a:r>
              <a:rPr lang="zh-CN" dirty="0"/>
              <a:t>• Transition: RF-GPT 就是为了解决这些问题提出的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Walk through: 从 IQ 信号到频谱图，视觉编码器提取特征，线性投影到 LLM 空间，最后语言模型输出</a:t>
            </a:r>
          </a:p>
          <a:p>
            <a:r>
              <a:rPr lang="zh-CN" dirty="0"/>
              <a:t>• Analogy: 医生看心电图这个类比可以帮助非 RF 专业的听众理解</a:t>
            </a:r>
          </a:p>
          <a:p>
            <a:r>
              <a:rPr lang="zh-CN" dirty="0"/>
              <a:t>• Key insight: 核心创新点在于"复用"——不重新训练视觉编码器，而是用现成的 VLM 底座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Three reasons: 计算可行、天然时频表示、复用预训练</a:t>
            </a:r>
          </a:p>
          <a:p>
            <a:r>
              <a:rPr lang="zh-CN" dirty="0"/>
              <a:t>• Note limitation: 丢失相位信息——但本文的感知任务不依赖相位</a:t>
            </a:r>
          </a:p>
          <a:p>
            <a:r>
              <a:rPr lang="zh-CN" dirty="0"/>
              <a:t>• Show gallery: 这六种技术各有不同的频谱图特征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Emphasize: 关键数字——12K 场景、625K 指令对、零人工标注</a:t>
            </a:r>
          </a:p>
          <a:p>
            <a:r>
              <a:rPr lang="zh-CN" dirty="0"/>
              <a:t>• Why synthetic: 真实数据太贵、太不平衡、标注太难</a:t>
            </a:r>
          </a:p>
          <a:p>
            <a:r>
              <a:rPr lang="zh-CN" dirty="0"/>
              <a:t>• Transition: 有了数据，怎么变成训练用的指令？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Pipeline walkthrough: 波形生成 → 元数据 → 描述 → 指令对</a:t>
            </a:r>
          </a:p>
          <a:p>
            <a:r>
              <a:rPr lang="zh-CN" dirty="0"/>
              <a:t>• 5 levels: 注意他们设计了 5 个信息层级，当前只用了前 3 个</a:t>
            </a:r>
          </a:p>
          <a:p>
            <a:r>
              <a:rPr lang="zh-CN" dirty="0"/>
              <a:t>• Key point: 整个流程不需要人工介入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Comparison read: 直接读这两个回答——左边 Qwen 的回答多么笼统，右边 RF-GPT 多么精确</a:t>
            </a:r>
          </a:p>
          <a:p>
            <a:r>
              <a:rPr lang="zh-CN" dirty="0"/>
              <a:t>• Key finding: 通用 VLM 在 RF 任务上≈随机猜测</a:t>
            </a:r>
          </a:p>
          <a:p>
            <a:r>
              <a:rPr lang="zh-CN" dirty="0"/>
              <a:t>• Five benchmarks: 然后进入正式评测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Read the numbers: 通用 VLM 个位数，RF-GPT 70-90%</a:t>
            </a:r>
          </a:p>
          <a:p>
            <a:r>
              <a:rPr lang="zh-CN" dirty="0"/>
              <a:t>• Emphasize: 尤其是信号数量识别 98% vs &lt;5%，说明 RF grounding 确实学到了时频结构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WTR: 99.64%——几乎完美</a:t>
            </a:r>
          </a:p>
          <a:p>
            <a:r>
              <a:rPr lang="zh-CN" dirty="0"/>
              <a:t>• WNUC: 11be 优于 11ax 的原因很有意思——MU-MIMO 造成视觉重叠</a:t>
            </a:r>
          </a:p>
          <a:p>
            <a:r>
              <a:rPr lang="zh-CN" dirty="0"/>
              <a:t>• NRIE: SCS 和 SSB 接近完美，计数类任务还有提升空间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Robustness: IQ 不平衡最有破坏性——它产生镜像频率</a:t>
            </a:r>
          </a:p>
          <a:p>
            <a:r>
              <a:rPr lang="zh-CN" dirty="0"/>
              <a:t>• vs CNN/Transformer: RF-GPT 3 epoch 超越 ViT-H 30 epoch——数据效率是亮点</a:t>
            </a:r>
          </a:p>
          <a:p>
            <a:r>
              <a:rPr lang="zh-CN" dirty="0"/>
              <a:t>• Resolution: 512 最佳但有成本权衡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RF foundation models: 都需要任务特定输出头</a:t>
            </a:r>
          </a:p>
          <a:p>
            <a:r>
              <a:rPr lang="zh-CN" dirty="0"/>
              <a:t>• Telecom LLMs: 文本中心，看不到物理层</a:t>
            </a:r>
          </a:p>
          <a:p>
            <a:r>
              <a:rPr lang="zh-CN" dirty="0"/>
              <a:t>• VLA parallels: 思想一脉相承——VLM + 适配器 + 新模态</a:t>
            </a:r>
          </a:p>
          <a:p>
            <a:r>
              <a:rPr lang="zh-CN" dirty="0"/>
              <a:t>• Table: RF-GPT 是唯一同时具备 RF感知 + 语言交互 + 统一架构 + 多任务的方案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Contributions: 三个核心贡献概括</a:t>
            </a:r>
          </a:p>
          <a:p>
            <a:r>
              <a:rPr lang="zh-CN" dirty="0"/>
              <a:t>• Limitations: 坦诚地说——合成数据、单输入、粗粒度</a:t>
            </a:r>
          </a:p>
          <a:p>
            <a:r>
              <a:rPr lang="zh-CN" dirty="0"/>
              <a:t>• Future: 真实数据、MIMO、6G 集成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Open floor: 欢迎提问</a:t>
            </a:r>
          </a:p>
          <a:p>
            <a:r>
              <a:rPr lang="zh-CN" dirty="0"/>
              <a:t>• Paper reference: 论文在 arXiv 上可查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  <Relationship Id="rId4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png"/>
  <Relationship Id="rId3" Type="http://schemas.openxmlformats.org/officeDocument/2006/relationships/image" Target="../media/image15.svg"/>
  <Relationship Id="rId4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