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svg" ContentType="image/svg+xml"/>
  <Override PartName="/ppt/media/image18.svg" ContentType="image/svg+xml"/>
  <Override PartName="/ppt/media/image2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4" r:id="rId6"/>
    <p:sldId id="302" r:id="rId7"/>
    <p:sldId id="305" r:id="rId8"/>
    <p:sldId id="297" r:id="rId9"/>
    <p:sldId id="266" r:id="rId10"/>
    <p:sldId id="267" r:id="rId11"/>
    <p:sldId id="268" r:id="rId12"/>
    <p:sldId id="269" r:id="rId13"/>
    <p:sldId id="306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90" r:id="rId26"/>
    <p:sldId id="289" r:id="rId27"/>
    <p:sldId id="291" r:id="rId28"/>
    <p:sldId id="298" r:id="rId29"/>
    <p:sldId id="300" r:id="rId30"/>
    <p:sldId id="292" r:id="rId31"/>
    <p:sldId id="293" r:id="rId32"/>
    <p:sldId id="294" r:id="rId33"/>
    <p:sldId id="295" r:id="rId34"/>
    <p:sldId id="296" r:id="rId3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6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9" Type="http://schemas.openxmlformats.org/officeDocument/2006/relationships/tags" Target="../tags/tag182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4" Type="http://schemas.openxmlformats.org/officeDocument/2006/relationships/tags" Target="../tags/tag226.xml"/><Relationship Id="rId13" Type="http://schemas.openxmlformats.org/officeDocument/2006/relationships/tags" Target="../tags/tag225.xml"/><Relationship Id="rId12" Type="http://schemas.openxmlformats.org/officeDocument/2006/relationships/tags" Target="../tags/tag224.xml"/><Relationship Id="rId11" Type="http://schemas.openxmlformats.org/officeDocument/2006/relationships/tags" Target="../tags/tag223.xml"/><Relationship Id="rId10" Type="http://schemas.openxmlformats.org/officeDocument/2006/relationships/tags" Target="../tags/tag222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1" Type="http://schemas.openxmlformats.org/officeDocument/2006/relationships/tags" Target="../tags/tag260.xml"/><Relationship Id="rId20" Type="http://schemas.openxmlformats.org/officeDocument/2006/relationships/tags" Target="../tags/tag259.xml"/><Relationship Id="rId2" Type="http://schemas.openxmlformats.org/officeDocument/2006/relationships/tags" Target="../tags/tag241.xml"/><Relationship Id="rId19" Type="http://schemas.openxmlformats.org/officeDocument/2006/relationships/tags" Target="../tags/tag258.xml"/><Relationship Id="rId18" Type="http://schemas.openxmlformats.org/officeDocument/2006/relationships/tags" Target="../tags/tag257.xml"/><Relationship Id="rId17" Type="http://schemas.openxmlformats.org/officeDocument/2006/relationships/tags" Target="../tags/tag256.xml"/><Relationship Id="rId16" Type="http://schemas.openxmlformats.org/officeDocument/2006/relationships/tags" Target="../tags/tag255.xml"/><Relationship Id="rId15" Type="http://schemas.openxmlformats.org/officeDocument/2006/relationships/tags" Target="../tags/tag254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7" Type="http://schemas.openxmlformats.org/officeDocument/2006/relationships/tags" Target="../tags/tag276.xml"/><Relationship Id="rId16" Type="http://schemas.openxmlformats.org/officeDocument/2006/relationships/tags" Target="../tags/tag275.xml"/><Relationship Id="rId15" Type="http://schemas.openxmlformats.org/officeDocument/2006/relationships/tags" Target="../tags/tag274.xml"/><Relationship Id="rId14" Type="http://schemas.openxmlformats.org/officeDocument/2006/relationships/tags" Target="../tags/tag273.xml"/><Relationship Id="rId13" Type="http://schemas.openxmlformats.org/officeDocument/2006/relationships/tags" Target="../tags/tag272.xml"/><Relationship Id="rId12" Type="http://schemas.openxmlformats.org/officeDocument/2006/relationships/tags" Target="../tags/tag27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tags" Target="../tags/tag302.xml"/><Relationship Id="rId7" Type="http://schemas.openxmlformats.org/officeDocument/2006/relationships/tags" Target="../tags/tag301.xml"/><Relationship Id="rId6" Type="http://schemas.openxmlformats.org/officeDocument/2006/relationships/tags" Target="../tags/tag300.xml"/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1" Type="http://schemas.openxmlformats.org/officeDocument/2006/relationships/tags" Target="../tags/tag315.xml"/><Relationship Id="rId20" Type="http://schemas.openxmlformats.org/officeDocument/2006/relationships/tags" Target="../tags/tag314.xml"/><Relationship Id="rId2" Type="http://schemas.openxmlformats.org/officeDocument/2006/relationships/tags" Target="../tags/tag296.xml"/><Relationship Id="rId19" Type="http://schemas.openxmlformats.org/officeDocument/2006/relationships/tags" Target="../tags/tag313.xml"/><Relationship Id="rId18" Type="http://schemas.openxmlformats.org/officeDocument/2006/relationships/tags" Target="../tags/tag312.xml"/><Relationship Id="rId17" Type="http://schemas.openxmlformats.org/officeDocument/2006/relationships/tags" Target="../tags/tag311.xml"/><Relationship Id="rId16" Type="http://schemas.openxmlformats.org/officeDocument/2006/relationships/tags" Target="../tags/tag310.xml"/><Relationship Id="rId15" Type="http://schemas.openxmlformats.org/officeDocument/2006/relationships/tags" Target="../tags/tag309.xml"/><Relationship Id="rId14" Type="http://schemas.openxmlformats.org/officeDocument/2006/relationships/tags" Target="../tags/tag308.xml"/><Relationship Id="rId13" Type="http://schemas.openxmlformats.org/officeDocument/2006/relationships/tags" Target="../tags/tag307.xml"/><Relationship Id="rId12" Type="http://schemas.openxmlformats.org/officeDocument/2006/relationships/tags" Target="../tags/tag306.xml"/><Relationship Id="rId11" Type="http://schemas.openxmlformats.org/officeDocument/2006/relationships/tags" Target="../tags/tag305.xml"/><Relationship Id="rId10" Type="http://schemas.openxmlformats.org/officeDocument/2006/relationships/tags" Target="../tags/tag304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83.xml"/><Relationship Id="rId8" Type="http://schemas.openxmlformats.org/officeDocument/2006/relationships/tags" Target="../tags/tag382.xml"/><Relationship Id="rId7" Type="http://schemas.openxmlformats.org/officeDocument/2006/relationships/tags" Target="../tags/tag381.xml"/><Relationship Id="rId6" Type="http://schemas.openxmlformats.org/officeDocument/2006/relationships/tags" Target="../tags/tag380.xml"/><Relationship Id="rId5" Type="http://schemas.openxmlformats.org/officeDocument/2006/relationships/tags" Target="../tags/tag379.xml"/><Relationship Id="rId4" Type="http://schemas.openxmlformats.org/officeDocument/2006/relationships/tags" Target="../tags/tag378.xml"/><Relationship Id="rId3" Type="http://schemas.openxmlformats.org/officeDocument/2006/relationships/tags" Target="../tags/tag377.xml"/><Relationship Id="rId2" Type="http://schemas.openxmlformats.org/officeDocument/2006/relationships/tags" Target="../tags/tag376.xml"/><Relationship Id="rId10" Type="http://schemas.openxmlformats.org/officeDocument/2006/relationships/tags" Target="../tags/tag384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92.xml"/><Relationship Id="rId8" Type="http://schemas.openxmlformats.org/officeDocument/2006/relationships/tags" Target="../tags/tag391.xml"/><Relationship Id="rId7" Type="http://schemas.openxmlformats.org/officeDocument/2006/relationships/tags" Target="../tags/tag390.xml"/><Relationship Id="rId6" Type="http://schemas.openxmlformats.org/officeDocument/2006/relationships/tags" Target="../tags/tag389.xml"/><Relationship Id="rId5" Type="http://schemas.openxmlformats.org/officeDocument/2006/relationships/tags" Target="../tags/tag388.xml"/><Relationship Id="rId4" Type="http://schemas.openxmlformats.org/officeDocument/2006/relationships/tags" Target="../tags/tag387.xml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8" Type="http://schemas.openxmlformats.org/officeDocument/2006/relationships/tags" Target="../tags/tag401.xml"/><Relationship Id="rId17" Type="http://schemas.openxmlformats.org/officeDocument/2006/relationships/tags" Target="../tags/tag400.xml"/><Relationship Id="rId16" Type="http://schemas.openxmlformats.org/officeDocument/2006/relationships/tags" Target="../tags/tag399.xml"/><Relationship Id="rId15" Type="http://schemas.openxmlformats.org/officeDocument/2006/relationships/tags" Target="../tags/tag398.xml"/><Relationship Id="rId14" Type="http://schemas.openxmlformats.org/officeDocument/2006/relationships/tags" Target="../tags/tag397.xml"/><Relationship Id="rId13" Type="http://schemas.openxmlformats.org/officeDocument/2006/relationships/tags" Target="../tags/tag396.xml"/><Relationship Id="rId12" Type="http://schemas.openxmlformats.org/officeDocument/2006/relationships/tags" Target="../tags/tag395.xml"/><Relationship Id="rId11" Type="http://schemas.openxmlformats.org/officeDocument/2006/relationships/tags" Target="../tags/tag394.xml"/><Relationship Id="rId10" Type="http://schemas.openxmlformats.org/officeDocument/2006/relationships/tags" Target="../tags/tag393.xm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409.xml"/><Relationship Id="rId8" Type="http://schemas.openxmlformats.org/officeDocument/2006/relationships/tags" Target="../tags/tag408.xml"/><Relationship Id="rId7" Type="http://schemas.openxmlformats.org/officeDocument/2006/relationships/tags" Target="../tags/tag407.xml"/><Relationship Id="rId6" Type="http://schemas.openxmlformats.org/officeDocument/2006/relationships/tags" Target="../tags/tag406.xml"/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5" Type="http://schemas.openxmlformats.org/officeDocument/2006/relationships/tags" Target="../tags/tag415.xml"/><Relationship Id="rId14" Type="http://schemas.openxmlformats.org/officeDocument/2006/relationships/tags" Target="../tags/tag414.xml"/><Relationship Id="rId13" Type="http://schemas.openxmlformats.org/officeDocument/2006/relationships/tags" Target="../tags/tag413.xml"/><Relationship Id="rId12" Type="http://schemas.openxmlformats.org/officeDocument/2006/relationships/tags" Target="../tags/tag412.xml"/><Relationship Id="rId11" Type="http://schemas.openxmlformats.org/officeDocument/2006/relationships/tags" Target="../tags/tag411.xml"/><Relationship Id="rId10" Type="http://schemas.openxmlformats.org/officeDocument/2006/relationships/tags" Target="../tags/tag410.xml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8" Type="http://schemas.openxmlformats.org/officeDocument/2006/relationships/tags" Target="../tags/tag432.xml"/><Relationship Id="rId17" Type="http://schemas.openxmlformats.org/officeDocument/2006/relationships/tags" Target="../tags/tag431.xml"/><Relationship Id="rId16" Type="http://schemas.openxmlformats.org/officeDocument/2006/relationships/tags" Target="../tags/tag430.xml"/><Relationship Id="rId15" Type="http://schemas.openxmlformats.org/officeDocument/2006/relationships/tags" Target="../tags/tag429.xml"/><Relationship Id="rId14" Type="http://schemas.openxmlformats.org/officeDocument/2006/relationships/tags" Target="../tags/tag428.xml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tags" Target="../tags/tag425.xml"/><Relationship Id="rId10" Type="http://schemas.openxmlformats.org/officeDocument/2006/relationships/tags" Target="../tags/tag424.xml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440.xml"/><Relationship Id="rId8" Type="http://schemas.openxmlformats.org/officeDocument/2006/relationships/tags" Target="../tags/tag439.xml"/><Relationship Id="rId7" Type="http://schemas.openxmlformats.org/officeDocument/2006/relationships/tags" Target="../tags/tag438.xml"/><Relationship Id="rId6" Type="http://schemas.openxmlformats.org/officeDocument/2006/relationships/tags" Target="../tags/tag437.xml"/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tags" Target="../tags/tag434.xml"/><Relationship Id="rId21" Type="http://schemas.openxmlformats.org/officeDocument/2006/relationships/tags" Target="../tags/tag452.xml"/><Relationship Id="rId20" Type="http://schemas.openxmlformats.org/officeDocument/2006/relationships/tags" Target="../tags/tag451.xml"/><Relationship Id="rId2" Type="http://schemas.openxmlformats.org/officeDocument/2006/relationships/tags" Target="../tags/tag433.xml"/><Relationship Id="rId19" Type="http://schemas.openxmlformats.org/officeDocument/2006/relationships/tags" Target="../tags/tag450.xml"/><Relationship Id="rId18" Type="http://schemas.openxmlformats.org/officeDocument/2006/relationships/tags" Target="../tags/tag449.xml"/><Relationship Id="rId17" Type="http://schemas.openxmlformats.org/officeDocument/2006/relationships/tags" Target="../tags/tag448.xml"/><Relationship Id="rId16" Type="http://schemas.openxmlformats.org/officeDocument/2006/relationships/tags" Target="../tags/tag447.xml"/><Relationship Id="rId15" Type="http://schemas.openxmlformats.org/officeDocument/2006/relationships/tags" Target="../tags/tag446.xml"/><Relationship Id="rId14" Type="http://schemas.openxmlformats.org/officeDocument/2006/relationships/tags" Target="../tags/tag445.xml"/><Relationship Id="rId13" Type="http://schemas.openxmlformats.org/officeDocument/2006/relationships/tags" Target="../tags/tag444.xml"/><Relationship Id="rId12" Type="http://schemas.openxmlformats.org/officeDocument/2006/relationships/tags" Target="../tags/tag443.xml"/><Relationship Id="rId11" Type="http://schemas.openxmlformats.org/officeDocument/2006/relationships/tags" Target="../tags/tag442.xml"/><Relationship Id="rId10" Type="http://schemas.openxmlformats.org/officeDocument/2006/relationships/tags" Target="../tags/tag441.xml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459.xml"/><Relationship Id="rId7" Type="http://schemas.openxmlformats.org/officeDocument/2006/relationships/tags" Target="../tags/tag458.xml"/><Relationship Id="rId6" Type="http://schemas.openxmlformats.org/officeDocument/2006/relationships/tags" Target="../tags/tag457.xml"/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9" Type="http://schemas.openxmlformats.org/officeDocument/2006/relationships/tags" Target="../tags/tag467.xml"/><Relationship Id="rId8" Type="http://schemas.openxmlformats.org/officeDocument/2006/relationships/tags" Target="../tags/tag466.xml"/><Relationship Id="rId7" Type="http://schemas.openxmlformats.org/officeDocument/2006/relationships/tags" Target="../tags/tag465.xml"/><Relationship Id="rId6" Type="http://schemas.openxmlformats.org/officeDocument/2006/relationships/tags" Target="../tags/tag464.xml"/><Relationship Id="rId5" Type="http://schemas.openxmlformats.org/officeDocument/2006/relationships/tags" Target="../tags/tag463.xml"/><Relationship Id="rId4" Type="http://schemas.openxmlformats.org/officeDocument/2006/relationships/tags" Target="../tags/tag462.xml"/><Relationship Id="rId3" Type="http://schemas.openxmlformats.org/officeDocument/2006/relationships/tags" Target="../tags/tag461.xml"/><Relationship Id="rId2" Type="http://schemas.openxmlformats.org/officeDocument/2006/relationships/tags" Target="../tags/tag460.xml"/><Relationship Id="rId11" Type="http://schemas.openxmlformats.org/officeDocument/2006/relationships/tags" Target="../tags/tag469.xml"/><Relationship Id="rId10" Type="http://schemas.openxmlformats.org/officeDocument/2006/relationships/tags" Target="../tags/tag468.xml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477.xml"/><Relationship Id="rId8" Type="http://schemas.openxmlformats.org/officeDocument/2006/relationships/tags" Target="../tags/tag476.xml"/><Relationship Id="rId7" Type="http://schemas.openxmlformats.org/officeDocument/2006/relationships/tags" Target="../tags/tag475.xml"/><Relationship Id="rId6" Type="http://schemas.openxmlformats.org/officeDocument/2006/relationships/tags" Target="../tags/tag474.xml"/><Relationship Id="rId5" Type="http://schemas.openxmlformats.org/officeDocument/2006/relationships/tags" Target="../tags/tag473.xml"/><Relationship Id="rId4" Type="http://schemas.openxmlformats.org/officeDocument/2006/relationships/tags" Target="../tags/tag472.xml"/><Relationship Id="rId3" Type="http://schemas.openxmlformats.org/officeDocument/2006/relationships/tags" Target="../tags/tag471.xml"/><Relationship Id="rId2" Type="http://schemas.openxmlformats.org/officeDocument/2006/relationships/tags" Target="../tags/tag470.xml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485.xml"/><Relationship Id="rId8" Type="http://schemas.openxmlformats.org/officeDocument/2006/relationships/tags" Target="../tags/tag484.xml"/><Relationship Id="rId7" Type="http://schemas.openxmlformats.org/officeDocument/2006/relationships/tags" Target="../tags/tag483.xml"/><Relationship Id="rId6" Type="http://schemas.openxmlformats.org/officeDocument/2006/relationships/tags" Target="../tags/tag482.xml"/><Relationship Id="rId5" Type="http://schemas.openxmlformats.org/officeDocument/2006/relationships/tags" Target="../tags/tag481.xml"/><Relationship Id="rId4" Type="http://schemas.openxmlformats.org/officeDocument/2006/relationships/tags" Target="../tags/tag480.xml"/><Relationship Id="rId3" Type="http://schemas.openxmlformats.org/officeDocument/2006/relationships/tags" Target="../tags/tag479.xml"/><Relationship Id="rId2" Type="http://schemas.openxmlformats.org/officeDocument/2006/relationships/tags" Target="../tags/tag478.xml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7" Type="http://schemas.openxmlformats.org/officeDocument/2006/relationships/tags" Target="../tags/tag491.xml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tags" Target="../tags/tag488.xml"/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5" Type="http://schemas.openxmlformats.org/officeDocument/2006/relationships/tags" Target="../tags/tag495.xml"/><Relationship Id="rId4" Type="http://schemas.openxmlformats.org/officeDocument/2006/relationships/tags" Target="../tags/tag494.xml"/><Relationship Id="rId3" Type="http://schemas.openxmlformats.org/officeDocument/2006/relationships/tags" Target="../tags/tag493.xml"/><Relationship Id="rId2" Type="http://schemas.openxmlformats.org/officeDocument/2006/relationships/tags" Target="../tags/tag492.xml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503.xml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1" Type="http://schemas.openxmlformats.org/officeDocument/2006/relationships/tags" Target="../tags/tag505.xml"/><Relationship Id="rId10" Type="http://schemas.openxmlformats.org/officeDocument/2006/relationships/tags" Target="../tags/tag5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9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2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165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1905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4290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4290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733800" y="4165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733800" y="4724400"/>
            <a:ext cx="1905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2484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2484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553200" y="4165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553200" y="4724400"/>
            <a:ext cx="1905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90678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0678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372600" y="4165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372600" y="4724400"/>
            <a:ext cx="1905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2209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6322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1402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3517900" y="2209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505200" y="36322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3505200" y="41402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413500" y="2209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6400800" y="36322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6400800" y="41402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9309100" y="2209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9296400" y="36322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9296400" y="41402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572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35052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7528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5052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35052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4008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66484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64008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64008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92964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95440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92964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92964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6096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2484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62484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2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727200"/>
            <a:ext cx="2514600" cy="4318000"/>
          </a:xfrm>
          <a:custGeom>
            <a:avLst/>
            <a:gdLst>
              <a:gd name="connisteX0" fmla="*/ 0 w 2514600"/>
              <a:gd name="connsiteY0" fmla="*/ 203200 h 4318000"/>
              <a:gd name="connisteX1" fmla="*/ 203200 w 2514600"/>
              <a:gd name="connsiteY1" fmla="*/ 0 h 4318000"/>
              <a:gd name="connisteX2" fmla="*/ 2311400 w 2514600"/>
              <a:gd name="connsiteY2" fmla="*/ 0 h 4318000"/>
              <a:gd name="connisteX3" fmla="*/ 2514600 w 2514600"/>
              <a:gd name="connsiteY3" fmla="*/ 203200 h 4318000"/>
              <a:gd name="connisteX4" fmla="*/ 2514600 w 2514600"/>
              <a:gd name="connsiteY4" fmla="*/ 4114800 h 4318000"/>
              <a:gd name="connisteX5" fmla="*/ 2311400 w 2514600"/>
              <a:gd name="connsiteY5" fmla="*/ 4318000 h 4318000"/>
              <a:gd name="connisteX6" fmla="*/ 203200 w 2514600"/>
              <a:gd name="connsiteY6" fmla="*/ 4318000 h 4318000"/>
              <a:gd name="connisteX7" fmla="*/ 0 w 2514600"/>
              <a:gd name="connsiteY7" fmla="*/ 4114800 h 4318000"/>
              <a:gd name="connisteX8" fmla="*/ 0 w 25146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114800"/>
                </a:lnTo>
                <a:cubicBezTo>
                  <a:pt x="2514600" y="4227024"/>
                  <a:pt x="2423624" y="4318000"/>
                  <a:pt x="23114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387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3429000" y="1727200"/>
            <a:ext cx="2514600" cy="4318000"/>
          </a:xfrm>
          <a:custGeom>
            <a:avLst/>
            <a:gdLst>
              <a:gd name="connisteX0" fmla="*/ 0 w 2514600"/>
              <a:gd name="connsiteY0" fmla="*/ 203200 h 4318000"/>
              <a:gd name="connisteX1" fmla="*/ 203200 w 2514600"/>
              <a:gd name="connsiteY1" fmla="*/ 0 h 4318000"/>
              <a:gd name="connisteX2" fmla="*/ 2311400 w 2514600"/>
              <a:gd name="connsiteY2" fmla="*/ 0 h 4318000"/>
              <a:gd name="connisteX3" fmla="*/ 2514600 w 2514600"/>
              <a:gd name="connsiteY3" fmla="*/ 203200 h 4318000"/>
              <a:gd name="connisteX4" fmla="*/ 2514600 w 2514600"/>
              <a:gd name="connsiteY4" fmla="*/ 4114800 h 4318000"/>
              <a:gd name="connisteX5" fmla="*/ 2311400 w 2514600"/>
              <a:gd name="connsiteY5" fmla="*/ 4318000 h 4318000"/>
              <a:gd name="connisteX6" fmla="*/ 203200 w 2514600"/>
              <a:gd name="connsiteY6" fmla="*/ 4318000 h 4318000"/>
              <a:gd name="connisteX7" fmla="*/ 0 w 2514600"/>
              <a:gd name="connsiteY7" fmla="*/ 4114800 h 4318000"/>
              <a:gd name="connisteX8" fmla="*/ 0 w 25146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114800"/>
                </a:lnTo>
                <a:cubicBezTo>
                  <a:pt x="2514600" y="4227024"/>
                  <a:pt x="2423624" y="4318000"/>
                  <a:pt x="23114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3733800" y="2387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6" hasCustomPrompt="1"/>
            <p:custDataLst>
              <p:tags r:id="rId12"/>
            </p:custDataLst>
          </p:nvPr>
        </p:nvSpPr>
        <p:spPr>
          <a:xfrm>
            <a:off x="6248400" y="1727200"/>
            <a:ext cx="2514600" cy="4318000"/>
          </a:xfrm>
          <a:custGeom>
            <a:avLst/>
            <a:gdLst>
              <a:gd name="connisteX0" fmla="*/ 0 w 2514600"/>
              <a:gd name="connsiteY0" fmla="*/ 203200 h 4318000"/>
              <a:gd name="connisteX1" fmla="*/ 203200 w 2514600"/>
              <a:gd name="connsiteY1" fmla="*/ 0 h 4318000"/>
              <a:gd name="connisteX2" fmla="*/ 2311400 w 2514600"/>
              <a:gd name="connsiteY2" fmla="*/ 0 h 4318000"/>
              <a:gd name="connisteX3" fmla="*/ 2514600 w 2514600"/>
              <a:gd name="connsiteY3" fmla="*/ 203200 h 4318000"/>
              <a:gd name="connisteX4" fmla="*/ 2514600 w 2514600"/>
              <a:gd name="connsiteY4" fmla="*/ 4114800 h 4318000"/>
              <a:gd name="connisteX5" fmla="*/ 2311400 w 2514600"/>
              <a:gd name="connsiteY5" fmla="*/ 4318000 h 4318000"/>
              <a:gd name="connisteX6" fmla="*/ 203200 w 2514600"/>
              <a:gd name="connsiteY6" fmla="*/ 4318000 h 4318000"/>
              <a:gd name="connisteX7" fmla="*/ 0 w 2514600"/>
              <a:gd name="connsiteY7" fmla="*/ 4114800 h 4318000"/>
              <a:gd name="connisteX8" fmla="*/ 0 w 25146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114800"/>
                </a:lnTo>
                <a:cubicBezTo>
                  <a:pt x="2514600" y="4227024"/>
                  <a:pt x="2423624" y="4318000"/>
                  <a:pt x="23114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553200" y="2387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9067800" y="1727200"/>
            <a:ext cx="2514600" cy="4318000"/>
          </a:xfrm>
          <a:custGeom>
            <a:avLst/>
            <a:gdLst>
              <a:gd name="connisteX0" fmla="*/ 0 w 2514600"/>
              <a:gd name="connsiteY0" fmla="*/ 203200 h 4318000"/>
              <a:gd name="connisteX1" fmla="*/ 203200 w 2514600"/>
              <a:gd name="connsiteY1" fmla="*/ 0 h 4318000"/>
              <a:gd name="connisteX2" fmla="*/ 2311400 w 2514600"/>
              <a:gd name="connsiteY2" fmla="*/ 0 h 4318000"/>
              <a:gd name="connisteX3" fmla="*/ 2514600 w 2514600"/>
              <a:gd name="connsiteY3" fmla="*/ 203200 h 4318000"/>
              <a:gd name="connisteX4" fmla="*/ 2514600 w 2514600"/>
              <a:gd name="connsiteY4" fmla="*/ 4114800 h 4318000"/>
              <a:gd name="connisteX5" fmla="*/ 2311400 w 2514600"/>
              <a:gd name="connsiteY5" fmla="*/ 4318000 h 4318000"/>
              <a:gd name="connisteX6" fmla="*/ 203200 w 2514600"/>
              <a:gd name="connsiteY6" fmla="*/ 4318000 h 4318000"/>
              <a:gd name="connisteX7" fmla="*/ 0 w 2514600"/>
              <a:gd name="connsiteY7" fmla="*/ 4114800 h 4318000"/>
              <a:gd name="connisteX8" fmla="*/ 0 w 25146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114800"/>
                </a:lnTo>
                <a:cubicBezTo>
                  <a:pt x="2514600" y="4227024"/>
                  <a:pt x="2423624" y="4318000"/>
                  <a:pt x="23114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372600" y="23876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5532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74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1336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114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6736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4008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4008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203200 h 2692400"/>
              <a:gd name="connisteX1" fmla="*/ 203200 w 5334000"/>
              <a:gd name="connsiteY1" fmla="*/ 0 h 2692400"/>
              <a:gd name="connisteX2" fmla="*/ 5130800 w 5334000"/>
              <a:gd name="connsiteY2" fmla="*/ 0 h 2692400"/>
              <a:gd name="connisteX3" fmla="*/ 5334000 w 5334000"/>
              <a:gd name="connsiteY3" fmla="*/ 2032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387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0988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1524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20320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7846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641600"/>
          </a:xfrm>
          <a:custGeom>
            <a:avLst/>
            <a:gdLst>
              <a:gd name="connisteX0" fmla="*/ 0 w 10972800"/>
              <a:gd name="connsiteY0" fmla="*/ 203200 h 2641600"/>
              <a:gd name="connisteX1" fmla="*/ 203200 w 10972800"/>
              <a:gd name="connsiteY1" fmla="*/ 0 h 2641600"/>
              <a:gd name="connisteX2" fmla="*/ 10769600 w 10972800"/>
              <a:gd name="connsiteY2" fmla="*/ 0 h 2641600"/>
              <a:gd name="connisteX3" fmla="*/ 10972800 w 10972800"/>
              <a:gd name="connsiteY3" fmla="*/ 203200 h 2641600"/>
              <a:gd name="connisteX4" fmla="*/ 10972800 w 10972800"/>
              <a:gd name="connsiteY4" fmla="*/ 2438400 h 2641600"/>
              <a:gd name="connisteX5" fmla="*/ 10769600 w 10972800"/>
              <a:gd name="connsiteY5" fmla="*/ 2641600 h 2641600"/>
              <a:gd name="connisteX6" fmla="*/ 203200 w 10972800"/>
              <a:gd name="connsiteY6" fmla="*/ 2641600 h 2641600"/>
              <a:gd name="connisteX7" fmla="*/ 0 w 10972800"/>
              <a:gd name="connsiteY7" fmla="*/ 2438400 h 2641600"/>
              <a:gd name="connisteX8" fmla="*/ 0 w 109728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38400"/>
                </a:lnTo>
                <a:cubicBezTo>
                  <a:pt x="10972800" y="2550624"/>
                  <a:pt x="10881824" y="2641600"/>
                  <a:pt x="107696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38608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4419600"/>
            <a:ext cx="31623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420100" y="38608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420100" y="4419600"/>
            <a:ext cx="31623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颜色错位-并列-2_11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4165600" y="15240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470400" y="18923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470400" y="24511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44069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9657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左标上右内下右图-装饰左-默认位置-并列-33_67_group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057400"/>
            <a:ext cx="3429000" cy="3962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3" hasCustomPrompt="1"/>
            <p:custDataLst>
              <p:tags r:id="rId7"/>
            </p:custDataLst>
          </p:nvPr>
        </p:nvSpPr>
        <p:spPr>
          <a:xfrm>
            <a:off x="4648200" y="3962400"/>
            <a:ext cx="6934200" cy="2286000"/>
          </a:xfrm>
          <a:custGeom>
            <a:avLst/>
            <a:gdLst>
              <a:gd name="connisteX0" fmla="*/ 0 w 6934200"/>
              <a:gd name="connsiteY0" fmla="*/ 203200 h 2286000"/>
              <a:gd name="connisteX1" fmla="*/ 203200 w 6934200"/>
              <a:gd name="connsiteY1" fmla="*/ 0 h 2286000"/>
              <a:gd name="connisteX2" fmla="*/ 6731000 w 6934200"/>
              <a:gd name="connsiteY2" fmla="*/ 0 h 2286000"/>
              <a:gd name="connisteX3" fmla="*/ 6934200 w 6934200"/>
              <a:gd name="connsiteY3" fmla="*/ 203200 h 2286000"/>
              <a:gd name="connisteX4" fmla="*/ 6934200 w 6934200"/>
              <a:gd name="connsiteY4" fmla="*/ 2082800 h 2286000"/>
              <a:gd name="connisteX5" fmla="*/ 6731000 w 6934200"/>
              <a:gd name="connsiteY5" fmla="*/ 2286000 h 2286000"/>
              <a:gd name="connisteX6" fmla="*/ 203200 w 6934200"/>
              <a:gd name="connsiteY6" fmla="*/ 2286000 h 2286000"/>
              <a:gd name="connisteX7" fmla="*/ 0 w 6934200"/>
              <a:gd name="connsiteY7" fmla="*/ 2082800 h 2286000"/>
              <a:gd name="connisteX8" fmla="*/ 0 w 69342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2082800"/>
                </a:lnTo>
                <a:cubicBezTo>
                  <a:pt x="6934200" y="2195024"/>
                  <a:pt x="6843224" y="2286000"/>
                  <a:pt x="67310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648200" y="685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4790440" y="828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461000" y="609600"/>
            <a:ext cx="6121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61000" y="1066800"/>
            <a:ext cx="6121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4648200" y="17526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6" hasCustomPrompt="1"/>
            <p:custDataLst>
              <p:tags r:id="rId13"/>
            </p:custDataLst>
          </p:nvPr>
        </p:nvSpPr>
        <p:spPr>
          <a:xfrm>
            <a:off x="4790440" y="18948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5461000" y="1676400"/>
            <a:ext cx="6121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5461000" y="2133600"/>
            <a:ext cx="6121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4648200" y="2819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图片占位符 22"/>
          <p:cNvSpPr>
            <a:spLocks noGrp="1"/>
          </p:cNvSpPr>
          <p:nvPr>
            <p:ph type="pic" idx="16398" hasCustomPrompt="1"/>
            <p:custDataLst>
              <p:tags r:id="rId17"/>
            </p:custDataLst>
          </p:nvPr>
        </p:nvSpPr>
        <p:spPr>
          <a:xfrm>
            <a:off x="4790440" y="2961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5461000" y="2743200"/>
            <a:ext cx="6121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19"/>
            </p:custDataLst>
          </p:nvPr>
        </p:nvSpPr>
        <p:spPr>
          <a:xfrm>
            <a:off x="5461000" y="3200400"/>
            <a:ext cx="6121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09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114800"/>
            <a:ext cx="6172200" cy="2133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1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705600" y="2057400"/>
            <a:ext cx="4876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87" hasCustomPrompt="1"/>
            <p:custDataLst>
              <p:tags r:id="rId7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7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609600" y="3200400"/>
            <a:ext cx="10972800" cy="3048000"/>
          </a:xfrm>
          <a:custGeom>
            <a:avLst/>
            <a:gdLst>
              <a:gd name="connisteX0" fmla="*/ 0 w 10972800"/>
              <a:gd name="connsiteY0" fmla="*/ 203200 h 3048000"/>
              <a:gd name="connisteX1" fmla="*/ 203200 w 10972800"/>
              <a:gd name="connsiteY1" fmla="*/ 0 h 3048000"/>
              <a:gd name="connisteX2" fmla="*/ 10769600 w 10972800"/>
              <a:gd name="connsiteY2" fmla="*/ 0 h 3048000"/>
              <a:gd name="connisteX3" fmla="*/ 10972800 w 10972800"/>
              <a:gd name="connsiteY3" fmla="*/ 203200 h 3048000"/>
              <a:gd name="connisteX4" fmla="*/ 10972800 w 10972800"/>
              <a:gd name="connsiteY4" fmla="*/ 2844800 h 3048000"/>
              <a:gd name="connisteX5" fmla="*/ 10769600 w 10972800"/>
              <a:gd name="connsiteY5" fmla="*/ 3048000 h 3048000"/>
              <a:gd name="connisteX6" fmla="*/ 203200 w 10972800"/>
              <a:gd name="connsiteY6" fmla="*/ 3048000 h 3048000"/>
              <a:gd name="connisteX7" fmla="*/ 0 w 10972800"/>
              <a:gd name="connsiteY7" fmla="*/ 2844800 h 3048000"/>
              <a:gd name="connisteX8" fmla="*/ 0 w 10972800"/>
              <a:gd name="connsiteY8" fmla="*/ 203200 h 304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04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44800"/>
                </a:lnTo>
                <a:cubicBezTo>
                  <a:pt x="10972800" y="2957024"/>
                  <a:pt x="10881824" y="3048000"/>
                  <a:pt x="10769600" y="3048000"/>
                </a:cubicBezTo>
                <a:lnTo>
                  <a:pt x="203200" y="3048000"/>
                </a:lnTo>
                <a:cubicBezTo>
                  <a:pt x="90976" y="3048000"/>
                  <a:pt x="0" y="2957024"/>
                  <a:pt x="0" y="2844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1524000"/>
            <a:ext cx="1097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7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1828800" y="2133600"/>
            <a:ext cx="853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828800" y="2895600"/>
            <a:ext cx="853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5257800" y="5638800"/>
            <a:ext cx="50800" cy="609600"/>
          </a:xfrm>
          <a:custGeom>
            <a:avLst/>
            <a:gdLst>
              <a:gd name="connisteX0" fmla="*/ 0 w 50800"/>
              <a:gd name="connsiteY0" fmla="*/ 25400 h 609600"/>
              <a:gd name="connisteX1" fmla="*/ 25400 w 50800"/>
              <a:gd name="connsiteY1" fmla="*/ 0 h 609600"/>
              <a:gd name="connisteX2" fmla="*/ 25400 w 50800"/>
              <a:gd name="connsiteY2" fmla="*/ 0 h 609600"/>
              <a:gd name="connisteX3" fmla="*/ 50800 w 50800"/>
              <a:gd name="connsiteY3" fmla="*/ 25400 h 609600"/>
              <a:gd name="connisteX4" fmla="*/ 50800 w 50800"/>
              <a:gd name="connsiteY4" fmla="*/ 584200 h 609600"/>
              <a:gd name="connisteX5" fmla="*/ 25400 w 50800"/>
              <a:gd name="connsiteY5" fmla="*/ 609600 h 609600"/>
              <a:gd name="connisteX6" fmla="*/ 25400 w 50800"/>
              <a:gd name="connsiteY6" fmla="*/ 609600 h 609600"/>
              <a:gd name="connisteX7" fmla="*/ 0 w 50800"/>
              <a:gd name="connsiteY7" fmla="*/ 584200 h 609600"/>
              <a:gd name="connisteX8" fmla="*/ 0 w 50800"/>
              <a:gd name="connsiteY8" fmla="*/ 254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609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584200"/>
                </a:lnTo>
                <a:cubicBezTo>
                  <a:pt x="50800" y="598228"/>
                  <a:pt x="39428" y="609600"/>
                  <a:pt x="25400" y="609600"/>
                </a:cubicBezTo>
                <a:lnTo>
                  <a:pt x="25400" y="609600"/>
                </a:lnTo>
                <a:cubicBezTo>
                  <a:pt x="11372" y="609600"/>
                  <a:pt x="0" y="598228"/>
                  <a:pt x="0" y="584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左标上右内下图-装饰无-默认位置-并列-62_15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4114800"/>
            <a:ext cx="10972800" cy="2133600"/>
          </a:xfrm>
          <a:custGeom>
            <a:avLst/>
            <a:gdLst>
              <a:gd name="connisteX0" fmla="*/ 0 w 10972800"/>
              <a:gd name="connsiteY0" fmla="*/ 203200 h 2133600"/>
              <a:gd name="connisteX1" fmla="*/ 203200 w 10972800"/>
              <a:gd name="connsiteY1" fmla="*/ 0 h 2133600"/>
              <a:gd name="connisteX2" fmla="*/ 10769600 w 10972800"/>
              <a:gd name="connsiteY2" fmla="*/ 0 h 2133600"/>
              <a:gd name="connisteX3" fmla="*/ 10972800 w 10972800"/>
              <a:gd name="connsiteY3" fmla="*/ 203200 h 2133600"/>
              <a:gd name="connisteX4" fmla="*/ 10972800 w 10972800"/>
              <a:gd name="connsiteY4" fmla="*/ 1930400 h 2133600"/>
              <a:gd name="connisteX5" fmla="*/ 10769600 w 10972800"/>
              <a:gd name="connsiteY5" fmla="*/ 2133600 h 2133600"/>
              <a:gd name="connisteX6" fmla="*/ 203200 w 10972800"/>
              <a:gd name="connsiteY6" fmla="*/ 2133600 h 2133600"/>
              <a:gd name="connisteX7" fmla="*/ 0 w 10972800"/>
              <a:gd name="connsiteY7" fmla="*/ 1930400 h 2133600"/>
              <a:gd name="connisteX8" fmla="*/ 0 w 10972800"/>
              <a:gd name="connsiteY8" fmla="*/ 2032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33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30400"/>
                </a:lnTo>
                <a:cubicBezTo>
                  <a:pt x="10972800" y="2042624"/>
                  <a:pt x="10881824" y="2133600"/>
                  <a:pt x="10769600" y="2133600"/>
                </a:cubicBezTo>
                <a:lnTo>
                  <a:pt x="203200" y="2133600"/>
                </a:lnTo>
                <a:cubicBezTo>
                  <a:pt x="90976" y="2133600"/>
                  <a:pt x="0" y="2042624"/>
                  <a:pt x="0" y="1930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4648200" y="6096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4826000" y="7874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613400" y="6096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613400" y="1066800"/>
            <a:ext cx="5969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648200" y="22860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4826000" y="24638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5613400" y="22860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5613400" y="2743200"/>
            <a:ext cx="5969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4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5339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5339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10668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10668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5339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45339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默认位置-并列-31_3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6"/>
            </p:custDataLst>
          </p:nvPr>
        </p:nvSpPr>
        <p:spPr>
          <a:xfrm>
            <a:off x="9906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343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3886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35052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505200" y="4343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6781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400800" y="4343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6774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2964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296400" y="4343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6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7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3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835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692400"/>
          </a:xfrm>
          <a:custGeom>
            <a:avLst/>
            <a:gdLst>
              <a:gd name="connisteX0" fmla="*/ 0 w 10972800"/>
              <a:gd name="connsiteY0" fmla="*/ 203200 h 2692400"/>
              <a:gd name="connisteX1" fmla="*/ 203200 w 10972800"/>
              <a:gd name="connsiteY1" fmla="*/ 0 h 2692400"/>
              <a:gd name="connisteX2" fmla="*/ 10769600 w 10972800"/>
              <a:gd name="connsiteY2" fmla="*/ 0 h 2692400"/>
              <a:gd name="connisteX3" fmla="*/ 10972800 w 10972800"/>
              <a:gd name="connsiteY3" fmla="*/ 203200 h 2692400"/>
              <a:gd name="connisteX4" fmla="*/ 10972800 w 10972800"/>
              <a:gd name="connsiteY4" fmla="*/ 2489200 h 2692400"/>
              <a:gd name="connisteX5" fmla="*/ 10769600 w 10972800"/>
              <a:gd name="connsiteY5" fmla="*/ 2692400 h 2692400"/>
              <a:gd name="connisteX6" fmla="*/ 203200 w 10972800"/>
              <a:gd name="connsiteY6" fmla="*/ 2692400 h 2692400"/>
              <a:gd name="connisteX7" fmla="*/ 0 w 10972800"/>
              <a:gd name="connsiteY7" fmla="*/ 2489200 h 2692400"/>
              <a:gd name="connisteX8" fmla="*/ 0 w 10972800"/>
              <a:gd name="connsiteY8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89200"/>
                </a:lnTo>
                <a:cubicBezTo>
                  <a:pt x="10972800" y="2601424"/>
                  <a:pt x="10881824" y="2692400"/>
                  <a:pt x="107696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4391953" y="2821599"/>
            <a:ext cx="779487" cy="121480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17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635" y="3260090"/>
            <a:ext cx="3695065" cy="3597910"/>
          </a:xfrm>
          <a:custGeom>
            <a:avLst/>
            <a:gdLst>
              <a:gd name="connsiteX0" fmla="*/ 736674 w 3699837"/>
              <a:gd name="connsiteY0" fmla="*/ 1 h 3598032"/>
              <a:gd name="connsiteX1" fmla="*/ 1521677 w 3699837"/>
              <a:gd name="connsiteY1" fmla="*/ 325103 h 3598032"/>
              <a:gd name="connsiteX2" fmla="*/ 3699837 w 3699837"/>
              <a:gd name="connsiteY2" fmla="*/ 2503264 h 3598032"/>
              <a:gd name="connsiteX3" fmla="*/ 2605068 w 3699837"/>
              <a:gd name="connsiteY3" fmla="*/ 3598032 h 3598032"/>
              <a:gd name="connsiteX4" fmla="*/ 1654210 w 3699837"/>
              <a:gd name="connsiteY4" fmla="*/ 3598032 h 3598032"/>
              <a:gd name="connsiteX5" fmla="*/ 0 w 3699837"/>
              <a:gd name="connsiteY5" fmla="*/ 1943822 h 3598032"/>
              <a:gd name="connsiteX6" fmla="*/ 144 w 3699837"/>
              <a:gd name="connsiteY6" fmla="*/ 281376 h 3598032"/>
              <a:gd name="connsiteX7" fmla="*/ 35939 w 3699837"/>
              <a:gd name="connsiteY7" fmla="*/ 249020 h 3598032"/>
              <a:gd name="connsiteX8" fmla="*/ 736674 w 3699837"/>
              <a:gd name="connsiteY8" fmla="*/ 1 h 359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9837" h="3598032">
                <a:moveTo>
                  <a:pt x="736674" y="1"/>
                </a:moveTo>
                <a:cubicBezTo>
                  <a:pt x="1020799" y="-24"/>
                  <a:pt x="1304915" y="108342"/>
                  <a:pt x="1521677" y="325103"/>
                </a:cubicBezTo>
                <a:lnTo>
                  <a:pt x="3699837" y="2503264"/>
                </a:lnTo>
                <a:lnTo>
                  <a:pt x="2605068" y="3598032"/>
                </a:lnTo>
                <a:lnTo>
                  <a:pt x="1654210" y="3598032"/>
                </a:lnTo>
                <a:lnTo>
                  <a:pt x="0" y="1943822"/>
                </a:lnTo>
                <a:lnTo>
                  <a:pt x="144" y="281376"/>
                </a:lnTo>
                <a:lnTo>
                  <a:pt x="35939" y="249020"/>
                </a:lnTo>
                <a:cubicBezTo>
                  <a:pt x="239448" y="83031"/>
                  <a:pt x="488064" y="22"/>
                  <a:pt x="736674" y="1"/>
                </a:cubicBezTo>
                <a:close/>
              </a:path>
            </a:pathLst>
          </a:custGeom>
          <a:gradFill flip="none" rotWithShape="1">
            <a:gsLst>
              <a:gs pos="87000">
                <a:schemeClr val="accent1">
                  <a:alpha val="0"/>
                  <a:lumMod val="2000"/>
                  <a:lumOff val="98000"/>
                </a:schemeClr>
              </a:gs>
              <a:gs pos="0">
                <a:schemeClr val="accent1">
                  <a:lumMod val="3000"/>
                  <a:lumOff val="97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8"/>
            </p:custDataLst>
          </p:nvPr>
        </p:nvSpPr>
        <p:spPr>
          <a:xfrm>
            <a:off x="0" y="4176395"/>
            <a:ext cx="2851785" cy="2681605"/>
          </a:xfrm>
          <a:custGeom>
            <a:avLst/>
            <a:gdLst>
              <a:gd name="connsiteX0" fmla="*/ 406010 w 2844974"/>
              <a:gd name="connsiteY0" fmla="*/ 0 h 2696845"/>
              <a:gd name="connsiteX1" fmla="*/ 2543439 w 2844974"/>
              <a:gd name="connsiteY1" fmla="*/ 2137429 h 2696845"/>
              <a:gd name="connsiteX2" fmla="*/ 2822872 w 2844974"/>
              <a:gd name="connsiteY2" fmla="*/ 2606335 h 2696845"/>
              <a:gd name="connsiteX3" fmla="*/ 2844974 w 2844974"/>
              <a:gd name="connsiteY3" fmla="*/ 2696845 h 2696845"/>
              <a:gd name="connsiteX4" fmla="*/ 78 w 2844974"/>
              <a:gd name="connsiteY4" fmla="*/ 2696747 h 2696845"/>
              <a:gd name="connsiteX5" fmla="*/ 0 w 2844974"/>
              <a:gd name="connsiteY5" fmla="*/ 406010 h 2696845"/>
              <a:gd name="connsiteX6" fmla="*/ 406010 w 2844974"/>
              <a:gd name="connsiteY6" fmla="*/ 0 h 26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4974" h="2696845">
                <a:moveTo>
                  <a:pt x="406010" y="0"/>
                </a:moveTo>
                <a:lnTo>
                  <a:pt x="2543439" y="2137429"/>
                </a:lnTo>
                <a:cubicBezTo>
                  <a:pt x="2678919" y="2272909"/>
                  <a:pt x="2772063" y="2434691"/>
                  <a:pt x="2822872" y="2606335"/>
                </a:cubicBezTo>
                <a:lnTo>
                  <a:pt x="2844974" y="2696845"/>
                </a:lnTo>
                <a:lnTo>
                  <a:pt x="78" y="2696747"/>
                </a:lnTo>
                <a:lnTo>
                  <a:pt x="0" y="406010"/>
                </a:lnTo>
                <a:lnTo>
                  <a:pt x="40601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 flipH="1">
            <a:off x="8610600" y="1253806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: 圆顶角 13"/>
          <p:cNvSpPr/>
          <p:nvPr userDrawn="1">
            <p:custDataLst>
              <p:tags r:id="rId4"/>
            </p:custDataLst>
          </p:nvPr>
        </p:nvSpPr>
        <p:spPr>
          <a:xfrm rot="8100000" flipH="1">
            <a:off x="1561337" y="2210865"/>
            <a:ext cx="2029437" cy="383041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9" name="矩形: 圆顶角 12"/>
          <p:cNvSpPr/>
          <p:nvPr userDrawn="1">
            <p:custDataLst>
              <p:tags r:id="rId9"/>
            </p:custDataLst>
          </p:nvPr>
        </p:nvSpPr>
        <p:spPr>
          <a:xfrm rot="18900000" flipH="1">
            <a:off x="1864646" y="998280"/>
            <a:ext cx="2029437" cy="377769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4823354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
添加文档标题</a:t>
            </a:r>
            <a:endParaRPr dirty="0">
              <a:sym typeface="+mn-ea"/>
            </a:endParaRPr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90" hasCustomPrompt="1"/>
            <p:custDataLst>
              <p:tags r:id="rId11"/>
            </p:custDataLst>
          </p:nvPr>
        </p:nvSpPr>
        <p:spPr>
          <a:xfrm>
            <a:off x="8635118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6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7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7826049" hasCustomPrompt="1"/>
            <p:custDataLst>
              <p:tags r:id="rId8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7826561" hasCustomPrompt="1"/>
            <p:custDataLst>
              <p:tags r:id="rId9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body" idx="17826305" hasCustomPrompt="1"/>
            <p:custDataLst>
              <p:tags r:id="rId9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9" name="标题"/>
          <p:cNvSpPr txBox="1">
            <a:spLocks noGrp="1"/>
          </p:cNvSpPr>
          <p:nvPr>
            <p:ph type="title" idx="17826049" hasCustomPrompt="1"/>
            <p:custDataLst>
              <p:tags r:id="rId10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114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5130800" y="1041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1219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8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31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083050" y="510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4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5130800" y="5003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5486400" y="5181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7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1" name="装饰  8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4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4"/>
          <p:cNvSpPr>
            <a:spLocks noGrp="1"/>
          </p:cNvSpPr>
          <p:nvPr>
            <p:ph type="body" idx="16399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3" name="装饰  0"/>
          <p:cNvSpPr>
            <a:spLocks noGrp="1"/>
          </p:cNvSpPr>
          <p:nvPr>
            <p:ph type="body" idx="16401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" name="装饰  8"/>
          <p:cNvSpPr>
            <a:spLocks noGrp="1"/>
          </p:cNvSpPr>
          <p:nvPr>
            <p:ph type="body" idx="16399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5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8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1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34" name="装饰  0"/>
          <p:cNvSpPr>
            <a:spLocks noGrp="1"/>
          </p:cNvSpPr>
          <p:nvPr>
            <p:ph type="body" idx="16403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37" name="装饰  3"/>
          <p:cNvSpPr>
            <a:spLocks noGrp="1"/>
          </p:cNvSpPr>
          <p:nvPr>
            <p:ph type="body" idx="16404" hasCustomPrompt="1"/>
            <p:custDataLst>
              <p:tags r:id="rId20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7" hasCustomPrompt="1"/>
            <p:custDataLst>
              <p:tags r:id="rId2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配文-9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3251200"/>
          </a:xfrm>
          <a:custGeom>
            <a:avLst/>
            <a:gdLst>
              <a:gd name="connisteX0" fmla="*/ 0 w 5334000"/>
              <a:gd name="connsiteY0" fmla="*/ 203200 h 3251200"/>
              <a:gd name="connisteX1" fmla="*/ 203200 w 5334000"/>
              <a:gd name="connsiteY1" fmla="*/ 0 h 3251200"/>
              <a:gd name="connisteX2" fmla="*/ 5130800 w 5334000"/>
              <a:gd name="connsiteY2" fmla="*/ 0 h 3251200"/>
              <a:gd name="connisteX3" fmla="*/ 5334000 w 5334000"/>
              <a:gd name="connsiteY3" fmla="*/ 203200 h 3251200"/>
              <a:gd name="connisteX4" fmla="*/ 5334000 w 5334000"/>
              <a:gd name="connsiteY4" fmla="*/ 3048000 h 3251200"/>
              <a:gd name="connisteX5" fmla="*/ 5130800 w 5334000"/>
              <a:gd name="connsiteY5" fmla="*/ 3251200 h 3251200"/>
              <a:gd name="connisteX6" fmla="*/ 203200 w 5334000"/>
              <a:gd name="connsiteY6" fmla="*/ 3251200 h 3251200"/>
              <a:gd name="connisteX7" fmla="*/ 0 w 5334000"/>
              <a:gd name="connsiteY7" fmla="*/ 3048000 h 3251200"/>
              <a:gd name="connisteX8" fmla="*/ 0 w 53340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048000"/>
                </a:lnTo>
                <a:cubicBezTo>
                  <a:pt x="5334000" y="3160224"/>
                  <a:pt x="5243024" y="3251200"/>
                  <a:pt x="51308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533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6248400" y="1524000"/>
            <a:ext cx="5334000" cy="3251200"/>
          </a:xfrm>
          <a:custGeom>
            <a:avLst/>
            <a:gdLst>
              <a:gd name="connisteX0" fmla="*/ 0 w 5334000"/>
              <a:gd name="connsiteY0" fmla="*/ 203200 h 3251200"/>
              <a:gd name="connisteX1" fmla="*/ 203200 w 5334000"/>
              <a:gd name="connsiteY1" fmla="*/ 0 h 3251200"/>
              <a:gd name="connisteX2" fmla="*/ 5130800 w 5334000"/>
              <a:gd name="connsiteY2" fmla="*/ 0 h 3251200"/>
              <a:gd name="connisteX3" fmla="*/ 5334000 w 5334000"/>
              <a:gd name="connsiteY3" fmla="*/ 203200 h 3251200"/>
              <a:gd name="connisteX4" fmla="*/ 5334000 w 5334000"/>
              <a:gd name="connsiteY4" fmla="*/ 3048000 h 3251200"/>
              <a:gd name="connisteX5" fmla="*/ 5130800 w 5334000"/>
              <a:gd name="connsiteY5" fmla="*/ 3251200 h 3251200"/>
              <a:gd name="connisteX6" fmla="*/ 203200 w 5334000"/>
              <a:gd name="connsiteY6" fmla="*/ 3251200 h 3251200"/>
              <a:gd name="connisteX7" fmla="*/ 0 w 5334000"/>
              <a:gd name="connsiteY7" fmla="*/ 3048000 h 3251200"/>
              <a:gd name="connisteX8" fmla="*/ 0 w 53340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048000"/>
                </a:lnTo>
                <a:cubicBezTo>
                  <a:pt x="5334000" y="3160224"/>
                  <a:pt x="5243024" y="3251200"/>
                  <a:pt x="51308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248400" y="5080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248400" y="5638800"/>
            <a:ext cx="533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3556000"/>
          </a:xfrm>
          <a:custGeom>
            <a:avLst/>
            <a:gdLst>
              <a:gd name="connisteX0" fmla="*/ 0 w 3454400"/>
              <a:gd name="connsiteY0" fmla="*/ 203200 h 3556000"/>
              <a:gd name="connisteX1" fmla="*/ 203200 w 3454400"/>
              <a:gd name="connsiteY1" fmla="*/ 0 h 3556000"/>
              <a:gd name="connisteX2" fmla="*/ 3251200 w 3454400"/>
              <a:gd name="connsiteY2" fmla="*/ 0 h 3556000"/>
              <a:gd name="connisteX3" fmla="*/ 3454400 w 3454400"/>
              <a:gd name="connsiteY3" fmla="*/ 203200 h 3556000"/>
              <a:gd name="connisteX4" fmla="*/ 3454400 w 3454400"/>
              <a:gd name="connsiteY4" fmla="*/ 3352800 h 3556000"/>
              <a:gd name="connisteX5" fmla="*/ 3251200 w 3454400"/>
              <a:gd name="connsiteY5" fmla="*/ 3556000 h 3556000"/>
              <a:gd name="connisteX6" fmla="*/ 203200 w 3454400"/>
              <a:gd name="connsiteY6" fmla="*/ 3556000 h 3556000"/>
              <a:gd name="connisteX7" fmla="*/ 0 w 3454400"/>
              <a:gd name="connsiteY7" fmla="*/ 3352800 h 3556000"/>
              <a:gd name="connisteX8" fmla="*/ 0 w 34544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52800"/>
                </a:lnTo>
                <a:cubicBezTo>
                  <a:pt x="3454400" y="3465024"/>
                  <a:pt x="3363424" y="3556000"/>
                  <a:pt x="32512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384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内容占位符 11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3556000"/>
          </a:xfrm>
          <a:custGeom>
            <a:avLst/>
            <a:gdLst>
              <a:gd name="connisteX0" fmla="*/ 0 w 3454400"/>
              <a:gd name="connsiteY0" fmla="*/ 203200 h 3556000"/>
              <a:gd name="connisteX1" fmla="*/ 203200 w 3454400"/>
              <a:gd name="connsiteY1" fmla="*/ 0 h 3556000"/>
              <a:gd name="connisteX2" fmla="*/ 3251200 w 3454400"/>
              <a:gd name="connsiteY2" fmla="*/ 0 h 3556000"/>
              <a:gd name="connisteX3" fmla="*/ 3454400 w 3454400"/>
              <a:gd name="connsiteY3" fmla="*/ 203200 h 3556000"/>
              <a:gd name="connisteX4" fmla="*/ 3454400 w 3454400"/>
              <a:gd name="connsiteY4" fmla="*/ 3352800 h 3556000"/>
              <a:gd name="connisteX5" fmla="*/ 3251200 w 3454400"/>
              <a:gd name="connsiteY5" fmla="*/ 3556000 h 3556000"/>
              <a:gd name="connisteX6" fmla="*/ 203200 w 3454400"/>
              <a:gd name="connsiteY6" fmla="*/ 3556000 h 3556000"/>
              <a:gd name="connisteX7" fmla="*/ 0 w 3454400"/>
              <a:gd name="connsiteY7" fmla="*/ 3352800 h 3556000"/>
              <a:gd name="connisteX8" fmla="*/ 0 w 34544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52800"/>
                </a:lnTo>
                <a:cubicBezTo>
                  <a:pt x="3454400" y="3465024"/>
                  <a:pt x="3363424" y="3556000"/>
                  <a:pt x="32512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5384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3556000"/>
          </a:xfrm>
          <a:custGeom>
            <a:avLst/>
            <a:gdLst>
              <a:gd name="connisteX0" fmla="*/ 0 w 3454400"/>
              <a:gd name="connsiteY0" fmla="*/ 203200 h 3556000"/>
              <a:gd name="connisteX1" fmla="*/ 203200 w 3454400"/>
              <a:gd name="connsiteY1" fmla="*/ 0 h 3556000"/>
              <a:gd name="connisteX2" fmla="*/ 3251200 w 3454400"/>
              <a:gd name="connsiteY2" fmla="*/ 0 h 3556000"/>
              <a:gd name="connisteX3" fmla="*/ 3454400 w 3454400"/>
              <a:gd name="connsiteY3" fmla="*/ 203200 h 3556000"/>
              <a:gd name="connisteX4" fmla="*/ 3454400 w 3454400"/>
              <a:gd name="connsiteY4" fmla="*/ 3352800 h 3556000"/>
              <a:gd name="connisteX5" fmla="*/ 3251200 w 3454400"/>
              <a:gd name="connsiteY5" fmla="*/ 3556000 h 3556000"/>
              <a:gd name="connisteX6" fmla="*/ 203200 w 3454400"/>
              <a:gd name="connsiteY6" fmla="*/ 3556000 h 3556000"/>
              <a:gd name="connisteX7" fmla="*/ 0 w 3454400"/>
              <a:gd name="connsiteY7" fmla="*/ 3352800 h 3556000"/>
              <a:gd name="connisteX8" fmla="*/ 0 w 34544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52800"/>
                </a:lnTo>
                <a:cubicBezTo>
                  <a:pt x="3454400" y="3465024"/>
                  <a:pt x="3363424" y="3556000"/>
                  <a:pt x="32512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5384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内容右多文-12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302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860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5080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98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540000"/>
            <a:ext cx="502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4544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4013200"/>
            <a:ext cx="502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927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486400"/>
            <a:ext cx="502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2717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3276600"/>
            <a:ext cx="502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4191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4749800"/>
            <a:ext cx="502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3302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3860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内容右多文-12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7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13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9296400" y="157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296400" y="213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467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92964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9296400" y="467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8" Type="http://schemas.openxmlformats.org/officeDocument/2006/relationships/theme" Target="../theme/theme2.xml"/><Relationship Id="rId57" Type="http://schemas.openxmlformats.org/officeDocument/2006/relationships/tags" Target="../tags/tag514.xml"/><Relationship Id="rId56" Type="http://schemas.openxmlformats.org/officeDocument/2006/relationships/tags" Target="../tags/tag513.xml"/><Relationship Id="rId55" Type="http://schemas.openxmlformats.org/officeDocument/2006/relationships/tags" Target="../tags/tag512.xml"/><Relationship Id="rId54" Type="http://schemas.openxmlformats.org/officeDocument/2006/relationships/tags" Target="../tags/tag511.xml"/><Relationship Id="rId53" Type="http://schemas.openxmlformats.org/officeDocument/2006/relationships/tags" Target="../tags/tag510.xml"/><Relationship Id="rId52" Type="http://schemas.openxmlformats.org/officeDocument/2006/relationships/tags" Target="../tags/tag509.xml"/><Relationship Id="rId51" Type="http://schemas.openxmlformats.org/officeDocument/2006/relationships/tags" Target="../tags/tag508.xml"/><Relationship Id="rId50" Type="http://schemas.openxmlformats.org/officeDocument/2006/relationships/tags" Target="../tags/tag507.xml"/><Relationship Id="rId5" Type="http://schemas.openxmlformats.org/officeDocument/2006/relationships/slideLayout" Target="../slideLayouts/slideLayout15.xml"/><Relationship Id="rId49" Type="http://schemas.openxmlformats.org/officeDocument/2006/relationships/tags" Target="../tags/tag506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14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49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50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5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5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5.xml"/><Relationship Id="rId4" Type="http://schemas.openxmlformats.org/officeDocument/2006/relationships/tags" Target="../tags/tag518.xml"/><Relationship Id="rId3" Type="http://schemas.openxmlformats.org/officeDocument/2006/relationships/tags" Target="../tags/tag517.xml"/><Relationship Id="rId2" Type="http://schemas.openxmlformats.org/officeDocument/2006/relationships/tags" Target="../tags/tag516.xml"/><Relationship Id="rId1" Type="http://schemas.openxmlformats.org/officeDocument/2006/relationships/tags" Target="../tags/tag51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27.xml"/><Relationship Id="rId8" Type="http://schemas.openxmlformats.org/officeDocument/2006/relationships/tags" Target="../tags/tag526.xml"/><Relationship Id="rId7" Type="http://schemas.openxmlformats.org/officeDocument/2006/relationships/tags" Target="../tags/tag525.xml"/><Relationship Id="rId6" Type="http://schemas.openxmlformats.org/officeDocument/2006/relationships/tags" Target="../tags/tag524.xml"/><Relationship Id="rId5" Type="http://schemas.openxmlformats.org/officeDocument/2006/relationships/tags" Target="../tags/tag523.xml"/><Relationship Id="rId4" Type="http://schemas.openxmlformats.org/officeDocument/2006/relationships/tags" Target="../tags/tag522.xml"/><Relationship Id="rId3" Type="http://schemas.openxmlformats.org/officeDocument/2006/relationships/tags" Target="../tags/tag521.xml"/><Relationship Id="rId28" Type="http://schemas.openxmlformats.org/officeDocument/2006/relationships/slideLayout" Target="../slideLayouts/slideLayout36.xml"/><Relationship Id="rId27" Type="http://schemas.openxmlformats.org/officeDocument/2006/relationships/tags" Target="../tags/tag545.xml"/><Relationship Id="rId26" Type="http://schemas.openxmlformats.org/officeDocument/2006/relationships/tags" Target="../tags/tag544.xml"/><Relationship Id="rId25" Type="http://schemas.openxmlformats.org/officeDocument/2006/relationships/tags" Target="../tags/tag543.xml"/><Relationship Id="rId24" Type="http://schemas.openxmlformats.org/officeDocument/2006/relationships/tags" Target="../tags/tag542.xml"/><Relationship Id="rId23" Type="http://schemas.openxmlformats.org/officeDocument/2006/relationships/tags" Target="../tags/tag541.xml"/><Relationship Id="rId22" Type="http://schemas.openxmlformats.org/officeDocument/2006/relationships/tags" Target="../tags/tag540.xml"/><Relationship Id="rId21" Type="http://schemas.openxmlformats.org/officeDocument/2006/relationships/tags" Target="../tags/tag539.xml"/><Relationship Id="rId20" Type="http://schemas.openxmlformats.org/officeDocument/2006/relationships/tags" Target="../tags/tag538.xml"/><Relationship Id="rId2" Type="http://schemas.openxmlformats.org/officeDocument/2006/relationships/tags" Target="../tags/tag520.xml"/><Relationship Id="rId19" Type="http://schemas.openxmlformats.org/officeDocument/2006/relationships/tags" Target="../tags/tag537.xml"/><Relationship Id="rId18" Type="http://schemas.openxmlformats.org/officeDocument/2006/relationships/tags" Target="../tags/tag536.xml"/><Relationship Id="rId17" Type="http://schemas.openxmlformats.org/officeDocument/2006/relationships/tags" Target="../tags/tag535.xml"/><Relationship Id="rId16" Type="http://schemas.openxmlformats.org/officeDocument/2006/relationships/tags" Target="../tags/tag534.xml"/><Relationship Id="rId15" Type="http://schemas.openxmlformats.org/officeDocument/2006/relationships/tags" Target="../tags/tag533.xml"/><Relationship Id="rId14" Type="http://schemas.openxmlformats.org/officeDocument/2006/relationships/tags" Target="../tags/tag532.xml"/><Relationship Id="rId13" Type="http://schemas.openxmlformats.org/officeDocument/2006/relationships/tags" Target="../tags/tag531.xml"/><Relationship Id="rId12" Type="http://schemas.openxmlformats.org/officeDocument/2006/relationships/tags" Target="../tags/tag530.xml"/><Relationship Id="rId11" Type="http://schemas.openxmlformats.org/officeDocument/2006/relationships/tags" Target="../tags/tag529.xml"/><Relationship Id="rId10" Type="http://schemas.openxmlformats.org/officeDocument/2006/relationships/tags" Target="../tags/tag528.xml"/><Relationship Id="rId1" Type="http://schemas.openxmlformats.org/officeDocument/2006/relationships/tags" Target="../tags/tag51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48.xml"/><Relationship Id="rId2" Type="http://schemas.openxmlformats.org/officeDocument/2006/relationships/tags" Target="../tags/tag547.xml"/><Relationship Id="rId1" Type="http://schemas.openxmlformats.org/officeDocument/2006/relationships/tags" Target="../tags/tag54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552.xml"/><Relationship Id="rId5" Type="http://schemas.openxmlformats.org/officeDocument/2006/relationships/image" Target="../media/image2.png"/><Relationship Id="rId4" Type="http://schemas.openxmlformats.org/officeDocument/2006/relationships/tags" Target="../tags/tag551.xml"/><Relationship Id="rId3" Type="http://schemas.openxmlformats.org/officeDocument/2006/relationships/image" Target="../media/image1.png"/><Relationship Id="rId2" Type="http://schemas.openxmlformats.org/officeDocument/2006/relationships/tags" Target="../tags/tag550.xml"/><Relationship Id="rId1" Type="http://schemas.openxmlformats.org/officeDocument/2006/relationships/tags" Target="../tags/tag549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555.xml"/><Relationship Id="rId3" Type="http://schemas.openxmlformats.org/officeDocument/2006/relationships/tags" Target="../tags/tag554.xml"/><Relationship Id="rId2" Type="http://schemas.openxmlformats.org/officeDocument/2006/relationships/image" Target="../media/image3.png"/><Relationship Id="rId1" Type="http://schemas.openxmlformats.org/officeDocument/2006/relationships/tags" Target="../tags/tag55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62.xml"/><Relationship Id="rId8" Type="http://schemas.openxmlformats.org/officeDocument/2006/relationships/tags" Target="../tags/tag561.xml"/><Relationship Id="rId7" Type="http://schemas.openxmlformats.org/officeDocument/2006/relationships/image" Target="../media/image5.jpeg"/><Relationship Id="rId6" Type="http://schemas.openxmlformats.org/officeDocument/2006/relationships/tags" Target="../tags/tag560.xml"/><Relationship Id="rId5" Type="http://schemas.openxmlformats.org/officeDocument/2006/relationships/tags" Target="../tags/tag559.xml"/><Relationship Id="rId4" Type="http://schemas.openxmlformats.org/officeDocument/2006/relationships/tags" Target="../tags/tag558.xml"/><Relationship Id="rId3" Type="http://schemas.openxmlformats.org/officeDocument/2006/relationships/image" Target="../media/image4.jpeg"/><Relationship Id="rId2" Type="http://schemas.openxmlformats.org/officeDocument/2006/relationships/tags" Target="../tags/tag557.xml"/><Relationship Id="rId18" Type="http://schemas.openxmlformats.org/officeDocument/2006/relationships/slideLayout" Target="../slideLayouts/slideLayout33.xml"/><Relationship Id="rId17" Type="http://schemas.openxmlformats.org/officeDocument/2006/relationships/tags" Target="../tags/tag569.xml"/><Relationship Id="rId16" Type="http://schemas.openxmlformats.org/officeDocument/2006/relationships/tags" Target="../tags/tag568.xml"/><Relationship Id="rId15" Type="http://schemas.openxmlformats.org/officeDocument/2006/relationships/tags" Target="../tags/tag567.xml"/><Relationship Id="rId14" Type="http://schemas.openxmlformats.org/officeDocument/2006/relationships/tags" Target="../tags/tag566.xml"/><Relationship Id="rId13" Type="http://schemas.openxmlformats.org/officeDocument/2006/relationships/tags" Target="../tags/tag565.xml"/><Relationship Id="rId12" Type="http://schemas.openxmlformats.org/officeDocument/2006/relationships/tags" Target="../tags/tag564.xml"/><Relationship Id="rId11" Type="http://schemas.openxmlformats.org/officeDocument/2006/relationships/image" Target="../media/image6.jpeg"/><Relationship Id="rId10" Type="http://schemas.openxmlformats.org/officeDocument/2006/relationships/tags" Target="../tags/tag563.xml"/><Relationship Id="rId1" Type="http://schemas.openxmlformats.org/officeDocument/2006/relationships/tags" Target="../tags/tag55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72.xml"/><Relationship Id="rId2" Type="http://schemas.openxmlformats.org/officeDocument/2006/relationships/tags" Target="../tags/tag571.xml"/><Relationship Id="rId1" Type="http://schemas.openxmlformats.org/officeDocument/2006/relationships/tags" Target="../tags/tag57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579.xml"/><Relationship Id="rId7" Type="http://schemas.openxmlformats.org/officeDocument/2006/relationships/tags" Target="../tags/tag578.xml"/><Relationship Id="rId6" Type="http://schemas.openxmlformats.org/officeDocument/2006/relationships/tags" Target="../tags/tag577.xml"/><Relationship Id="rId5" Type="http://schemas.openxmlformats.org/officeDocument/2006/relationships/tags" Target="../tags/tag576.xml"/><Relationship Id="rId4" Type="http://schemas.openxmlformats.org/officeDocument/2006/relationships/image" Target="../media/image7.png"/><Relationship Id="rId3" Type="http://schemas.openxmlformats.org/officeDocument/2006/relationships/tags" Target="../tags/tag575.xml"/><Relationship Id="rId23" Type="http://schemas.openxmlformats.org/officeDocument/2006/relationships/slideLayout" Target="../slideLayouts/slideLayout32.xml"/><Relationship Id="rId22" Type="http://schemas.openxmlformats.org/officeDocument/2006/relationships/tags" Target="../tags/tag590.xml"/><Relationship Id="rId21" Type="http://schemas.openxmlformats.org/officeDocument/2006/relationships/tags" Target="../tags/tag589.xml"/><Relationship Id="rId20" Type="http://schemas.openxmlformats.org/officeDocument/2006/relationships/tags" Target="../tags/tag588.xml"/><Relationship Id="rId2" Type="http://schemas.openxmlformats.org/officeDocument/2006/relationships/tags" Target="../tags/tag574.xml"/><Relationship Id="rId19" Type="http://schemas.openxmlformats.org/officeDocument/2006/relationships/image" Target="../media/image10.png"/><Relationship Id="rId18" Type="http://schemas.openxmlformats.org/officeDocument/2006/relationships/tags" Target="../tags/tag587.xml"/><Relationship Id="rId17" Type="http://schemas.openxmlformats.org/officeDocument/2006/relationships/tags" Target="../tags/tag586.xml"/><Relationship Id="rId16" Type="http://schemas.openxmlformats.org/officeDocument/2006/relationships/tags" Target="../tags/tag585.xml"/><Relationship Id="rId15" Type="http://schemas.openxmlformats.org/officeDocument/2006/relationships/tags" Target="../tags/tag584.xml"/><Relationship Id="rId14" Type="http://schemas.openxmlformats.org/officeDocument/2006/relationships/image" Target="../media/image9.png"/><Relationship Id="rId13" Type="http://schemas.openxmlformats.org/officeDocument/2006/relationships/tags" Target="../tags/tag583.xml"/><Relationship Id="rId12" Type="http://schemas.openxmlformats.org/officeDocument/2006/relationships/tags" Target="../tags/tag582.xml"/><Relationship Id="rId11" Type="http://schemas.openxmlformats.org/officeDocument/2006/relationships/tags" Target="../tags/tag581.xml"/><Relationship Id="rId10" Type="http://schemas.openxmlformats.org/officeDocument/2006/relationships/tags" Target="../tags/tag580.xml"/><Relationship Id="rId1" Type="http://schemas.openxmlformats.org/officeDocument/2006/relationships/tags" Target="../tags/tag57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93.xml"/><Relationship Id="rId2" Type="http://schemas.openxmlformats.org/officeDocument/2006/relationships/tags" Target="../tags/tag592.xml"/><Relationship Id="rId1" Type="http://schemas.openxmlformats.org/officeDocument/2006/relationships/tags" Target="../tags/tag59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01.xml"/><Relationship Id="rId8" Type="http://schemas.openxmlformats.org/officeDocument/2006/relationships/tags" Target="../tags/tag600.xml"/><Relationship Id="rId7" Type="http://schemas.openxmlformats.org/officeDocument/2006/relationships/tags" Target="../tags/tag599.xml"/><Relationship Id="rId6" Type="http://schemas.openxmlformats.org/officeDocument/2006/relationships/tags" Target="../tags/tag598.xml"/><Relationship Id="rId5" Type="http://schemas.openxmlformats.org/officeDocument/2006/relationships/tags" Target="../tags/tag597.xml"/><Relationship Id="rId4" Type="http://schemas.openxmlformats.org/officeDocument/2006/relationships/tags" Target="../tags/tag596.xml"/><Relationship Id="rId3" Type="http://schemas.openxmlformats.org/officeDocument/2006/relationships/image" Target="../media/image11.png"/><Relationship Id="rId2" Type="http://schemas.openxmlformats.org/officeDocument/2006/relationships/tags" Target="../tags/tag595.xml"/><Relationship Id="rId14" Type="http://schemas.openxmlformats.org/officeDocument/2006/relationships/slideLayout" Target="../slideLayouts/slideLayout31.xml"/><Relationship Id="rId13" Type="http://schemas.openxmlformats.org/officeDocument/2006/relationships/tags" Target="../tags/tag605.xml"/><Relationship Id="rId12" Type="http://schemas.openxmlformats.org/officeDocument/2006/relationships/tags" Target="../tags/tag604.xml"/><Relationship Id="rId11" Type="http://schemas.openxmlformats.org/officeDocument/2006/relationships/tags" Target="../tags/tag603.xml"/><Relationship Id="rId10" Type="http://schemas.openxmlformats.org/officeDocument/2006/relationships/tags" Target="../tags/tag602.xml"/><Relationship Id="rId1" Type="http://schemas.openxmlformats.org/officeDocument/2006/relationships/tags" Target="../tags/tag59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612.xml"/><Relationship Id="rId7" Type="http://schemas.openxmlformats.org/officeDocument/2006/relationships/tags" Target="../tags/tag611.xml"/><Relationship Id="rId6" Type="http://schemas.openxmlformats.org/officeDocument/2006/relationships/tags" Target="../tags/tag610.xml"/><Relationship Id="rId5" Type="http://schemas.openxmlformats.org/officeDocument/2006/relationships/tags" Target="../tags/tag609.xml"/><Relationship Id="rId4" Type="http://schemas.openxmlformats.org/officeDocument/2006/relationships/image" Target="../media/image12.png"/><Relationship Id="rId3" Type="http://schemas.openxmlformats.org/officeDocument/2006/relationships/tags" Target="../tags/tag608.xml"/><Relationship Id="rId2" Type="http://schemas.openxmlformats.org/officeDocument/2006/relationships/tags" Target="../tags/tag607.xml"/><Relationship Id="rId12" Type="http://schemas.openxmlformats.org/officeDocument/2006/relationships/slideLayout" Target="../slideLayouts/slideLayout20.xml"/><Relationship Id="rId11" Type="http://schemas.openxmlformats.org/officeDocument/2006/relationships/tags" Target="../tags/tag614.xml"/><Relationship Id="rId10" Type="http://schemas.openxmlformats.org/officeDocument/2006/relationships/tags" Target="../tags/tag613.xml"/><Relationship Id="rId1" Type="http://schemas.openxmlformats.org/officeDocument/2006/relationships/tags" Target="../tags/tag60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617.xml"/><Relationship Id="rId2" Type="http://schemas.openxmlformats.org/officeDocument/2006/relationships/tags" Target="../tags/tag616.xml"/><Relationship Id="rId1" Type="http://schemas.openxmlformats.org/officeDocument/2006/relationships/tags" Target="../tags/tag6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tags" Target="../tags/tag622.xml"/><Relationship Id="rId5" Type="http://schemas.openxmlformats.org/officeDocument/2006/relationships/tags" Target="../tags/tag621.xml"/><Relationship Id="rId4" Type="http://schemas.openxmlformats.org/officeDocument/2006/relationships/image" Target="../media/image14.png"/><Relationship Id="rId3" Type="http://schemas.openxmlformats.org/officeDocument/2006/relationships/tags" Target="../tags/tag620.xml"/><Relationship Id="rId24" Type="http://schemas.openxmlformats.org/officeDocument/2006/relationships/slideLayout" Target="../slideLayouts/slideLayout24.xml"/><Relationship Id="rId23" Type="http://schemas.openxmlformats.org/officeDocument/2006/relationships/tags" Target="../tags/tag633.xml"/><Relationship Id="rId22" Type="http://schemas.openxmlformats.org/officeDocument/2006/relationships/tags" Target="../tags/tag632.xml"/><Relationship Id="rId21" Type="http://schemas.openxmlformats.org/officeDocument/2006/relationships/tags" Target="../tags/tag631.xml"/><Relationship Id="rId20" Type="http://schemas.openxmlformats.org/officeDocument/2006/relationships/image" Target="../media/image20.svg"/><Relationship Id="rId2" Type="http://schemas.openxmlformats.org/officeDocument/2006/relationships/tags" Target="../tags/tag619.xml"/><Relationship Id="rId19" Type="http://schemas.openxmlformats.org/officeDocument/2006/relationships/image" Target="../media/image19.png"/><Relationship Id="rId18" Type="http://schemas.openxmlformats.org/officeDocument/2006/relationships/tags" Target="../tags/tag630.xml"/><Relationship Id="rId17" Type="http://schemas.openxmlformats.org/officeDocument/2006/relationships/tags" Target="../tags/tag629.xml"/><Relationship Id="rId16" Type="http://schemas.openxmlformats.org/officeDocument/2006/relationships/tags" Target="../tags/tag628.xml"/><Relationship Id="rId15" Type="http://schemas.openxmlformats.org/officeDocument/2006/relationships/tags" Target="../tags/tag627.xml"/><Relationship Id="rId14" Type="http://schemas.openxmlformats.org/officeDocument/2006/relationships/image" Target="../media/image18.svg"/><Relationship Id="rId13" Type="http://schemas.openxmlformats.org/officeDocument/2006/relationships/image" Target="../media/image17.png"/><Relationship Id="rId12" Type="http://schemas.openxmlformats.org/officeDocument/2006/relationships/tags" Target="../tags/tag626.xml"/><Relationship Id="rId11" Type="http://schemas.openxmlformats.org/officeDocument/2006/relationships/tags" Target="../tags/tag625.xml"/><Relationship Id="rId10" Type="http://schemas.openxmlformats.org/officeDocument/2006/relationships/tags" Target="../tags/tag624.xml"/><Relationship Id="rId1" Type="http://schemas.openxmlformats.org/officeDocument/2006/relationships/tags" Target="../tags/tag61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640.xml"/><Relationship Id="rId7" Type="http://schemas.openxmlformats.org/officeDocument/2006/relationships/tags" Target="../tags/tag639.xml"/><Relationship Id="rId6" Type="http://schemas.openxmlformats.org/officeDocument/2006/relationships/tags" Target="../tags/tag638.xml"/><Relationship Id="rId5" Type="http://schemas.openxmlformats.org/officeDocument/2006/relationships/tags" Target="../tags/tag637.xml"/><Relationship Id="rId4" Type="http://schemas.openxmlformats.org/officeDocument/2006/relationships/image" Target="../media/image21.jpeg"/><Relationship Id="rId3" Type="http://schemas.openxmlformats.org/officeDocument/2006/relationships/tags" Target="../tags/tag636.xml"/><Relationship Id="rId2" Type="http://schemas.openxmlformats.org/officeDocument/2006/relationships/tags" Target="../tags/tag635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643.xml"/><Relationship Id="rId11" Type="http://schemas.openxmlformats.org/officeDocument/2006/relationships/tags" Target="../tags/tag642.xml"/><Relationship Id="rId10" Type="http://schemas.openxmlformats.org/officeDocument/2006/relationships/tags" Target="../tags/tag641.xml"/><Relationship Id="rId1" Type="http://schemas.openxmlformats.org/officeDocument/2006/relationships/tags" Target="../tags/tag63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646.xml"/><Relationship Id="rId2" Type="http://schemas.openxmlformats.org/officeDocument/2006/relationships/tags" Target="../tags/tag645.xml"/><Relationship Id="rId1" Type="http://schemas.openxmlformats.org/officeDocument/2006/relationships/tags" Target="../tags/tag64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tags" Target="../tags/tag653.xml"/><Relationship Id="rId7" Type="http://schemas.openxmlformats.org/officeDocument/2006/relationships/tags" Target="../tags/tag652.xml"/><Relationship Id="rId6" Type="http://schemas.openxmlformats.org/officeDocument/2006/relationships/tags" Target="../tags/tag651.xml"/><Relationship Id="rId5" Type="http://schemas.openxmlformats.org/officeDocument/2006/relationships/tags" Target="../tags/tag650.xml"/><Relationship Id="rId4" Type="http://schemas.openxmlformats.org/officeDocument/2006/relationships/tags" Target="../tags/tag649.xml"/><Relationship Id="rId3" Type="http://schemas.openxmlformats.org/officeDocument/2006/relationships/image" Target="../media/image23.png"/><Relationship Id="rId2" Type="http://schemas.openxmlformats.org/officeDocument/2006/relationships/tags" Target="../tags/tag648.xml"/><Relationship Id="rId1" Type="http://schemas.openxmlformats.org/officeDocument/2006/relationships/tags" Target="../tags/tag64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61.xml"/><Relationship Id="rId8" Type="http://schemas.openxmlformats.org/officeDocument/2006/relationships/tags" Target="../tags/tag660.xml"/><Relationship Id="rId7" Type="http://schemas.openxmlformats.org/officeDocument/2006/relationships/tags" Target="../tags/tag659.xml"/><Relationship Id="rId6" Type="http://schemas.openxmlformats.org/officeDocument/2006/relationships/tags" Target="../tags/tag658.xml"/><Relationship Id="rId5" Type="http://schemas.openxmlformats.org/officeDocument/2006/relationships/tags" Target="../tags/tag657.xml"/><Relationship Id="rId4" Type="http://schemas.openxmlformats.org/officeDocument/2006/relationships/tags" Target="../tags/tag656.xml"/><Relationship Id="rId3" Type="http://schemas.openxmlformats.org/officeDocument/2006/relationships/image" Target="../media/image24.png"/><Relationship Id="rId2" Type="http://schemas.openxmlformats.org/officeDocument/2006/relationships/tags" Target="../tags/tag655.xml"/><Relationship Id="rId11" Type="http://schemas.openxmlformats.org/officeDocument/2006/relationships/slideLayout" Target="../slideLayouts/slideLayout21.xml"/><Relationship Id="rId10" Type="http://schemas.openxmlformats.org/officeDocument/2006/relationships/tags" Target="../tags/tag662.xml"/><Relationship Id="rId1" Type="http://schemas.openxmlformats.org/officeDocument/2006/relationships/tags" Target="../tags/tag65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tags" Target="../tags/tag669.xml"/><Relationship Id="rId7" Type="http://schemas.openxmlformats.org/officeDocument/2006/relationships/tags" Target="../tags/tag668.xml"/><Relationship Id="rId6" Type="http://schemas.openxmlformats.org/officeDocument/2006/relationships/tags" Target="../tags/tag667.xml"/><Relationship Id="rId5" Type="http://schemas.openxmlformats.org/officeDocument/2006/relationships/tags" Target="../tags/tag666.xml"/><Relationship Id="rId4" Type="http://schemas.openxmlformats.org/officeDocument/2006/relationships/image" Target="../media/image25.png"/><Relationship Id="rId3" Type="http://schemas.openxmlformats.org/officeDocument/2006/relationships/tags" Target="../tags/tag665.xml"/><Relationship Id="rId2" Type="http://schemas.openxmlformats.org/officeDocument/2006/relationships/tags" Target="../tags/tag664.xml"/><Relationship Id="rId13" Type="http://schemas.openxmlformats.org/officeDocument/2006/relationships/slideLayout" Target="../slideLayouts/slideLayout20.xml"/><Relationship Id="rId12" Type="http://schemas.openxmlformats.org/officeDocument/2006/relationships/tags" Target="../tags/tag672.xml"/><Relationship Id="rId11" Type="http://schemas.openxmlformats.org/officeDocument/2006/relationships/tags" Target="../tags/tag671.xml"/><Relationship Id="rId10" Type="http://schemas.openxmlformats.org/officeDocument/2006/relationships/tags" Target="../tags/tag670.xml"/><Relationship Id="rId1" Type="http://schemas.openxmlformats.org/officeDocument/2006/relationships/tags" Target="../tags/tag663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678.xml"/><Relationship Id="rId5" Type="http://schemas.openxmlformats.org/officeDocument/2006/relationships/tags" Target="../tags/tag677.xml"/><Relationship Id="rId4" Type="http://schemas.openxmlformats.org/officeDocument/2006/relationships/tags" Target="../tags/tag676.xml"/><Relationship Id="rId3" Type="http://schemas.openxmlformats.org/officeDocument/2006/relationships/tags" Target="../tags/tag675.xml"/><Relationship Id="rId2" Type="http://schemas.openxmlformats.org/officeDocument/2006/relationships/tags" Target="../tags/tag674.xml"/><Relationship Id="rId1" Type="http://schemas.openxmlformats.org/officeDocument/2006/relationships/tags" Target="../tags/tag67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681.xml"/><Relationship Id="rId2" Type="http://schemas.openxmlformats.org/officeDocument/2006/relationships/tags" Target="../tags/tag680.xml"/><Relationship Id="rId1" Type="http://schemas.openxmlformats.org/officeDocument/2006/relationships/tags" Target="../tags/tag67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688.xml"/><Relationship Id="rId7" Type="http://schemas.openxmlformats.org/officeDocument/2006/relationships/tags" Target="../tags/tag687.xml"/><Relationship Id="rId6" Type="http://schemas.openxmlformats.org/officeDocument/2006/relationships/tags" Target="../tags/tag686.xml"/><Relationship Id="rId5" Type="http://schemas.openxmlformats.org/officeDocument/2006/relationships/tags" Target="../tags/tag685.xml"/><Relationship Id="rId4" Type="http://schemas.openxmlformats.org/officeDocument/2006/relationships/tags" Target="../tags/tag684.xml"/><Relationship Id="rId3" Type="http://schemas.openxmlformats.org/officeDocument/2006/relationships/image" Target="../media/image27.jpeg"/><Relationship Id="rId2" Type="http://schemas.openxmlformats.org/officeDocument/2006/relationships/tags" Target="../tags/tag683.xml"/><Relationship Id="rId1" Type="http://schemas.openxmlformats.org/officeDocument/2006/relationships/tags" Target="../tags/tag68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tags" Target="../tags/tag695.xml"/><Relationship Id="rId7" Type="http://schemas.openxmlformats.org/officeDocument/2006/relationships/tags" Target="../tags/tag694.xml"/><Relationship Id="rId6" Type="http://schemas.openxmlformats.org/officeDocument/2006/relationships/tags" Target="../tags/tag693.xml"/><Relationship Id="rId5" Type="http://schemas.openxmlformats.org/officeDocument/2006/relationships/tags" Target="../tags/tag692.xml"/><Relationship Id="rId4" Type="http://schemas.openxmlformats.org/officeDocument/2006/relationships/image" Target="../media/image28.png"/><Relationship Id="rId3" Type="http://schemas.openxmlformats.org/officeDocument/2006/relationships/tags" Target="../tags/tag691.xml"/><Relationship Id="rId2" Type="http://schemas.openxmlformats.org/officeDocument/2006/relationships/tags" Target="../tags/tag690.xml"/><Relationship Id="rId13" Type="http://schemas.openxmlformats.org/officeDocument/2006/relationships/slideLayout" Target="../slideLayouts/slideLayout17.xml"/><Relationship Id="rId12" Type="http://schemas.openxmlformats.org/officeDocument/2006/relationships/tags" Target="../tags/tag698.xml"/><Relationship Id="rId11" Type="http://schemas.openxmlformats.org/officeDocument/2006/relationships/tags" Target="../tags/tag697.xml"/><Relationship Id="rId10" Type="http://schemas.openxmlformats.org/officeDocument/2006/relationships/tags" Target="../tags/tag696.xml"/><Relationship Id="rId1" Type="http://schemas.openxmlformats.org/officeDocument/2006/relationships/tags" Target="../tags/tag68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707.xml"/><Relationship Id="rId8" Type="http://schemas.openxmlformats.org/officeDocument/2006/relationships/tags" Target="../tags/tag706.xml"/><Relationship Id="rId7" Type="http://schemas.openxmlformats.org/officeDocument/2006/relationships/tags" Target="../tags/tag705.xml"/><Relationship Id="rId6" Type="http://schemas.openxmlformats.org/officeDocument/2006/relationships/tags" Target="../tags/tag704.xml"/><Relationship Id="rId5" Type="http://schemas.openxmlformats.org/officeDocument/2006/relationships/tags" Target="../tags/tag703.xml"/><Relationship Id="rId4" Type="http://schemas.openxmlformats.org/officeDocument/2006/relationships/tags" Target="../tags/tag702.xml"/><Relationship Id="rId3" Type="http://schemas.openxmlformats.org/officeDocument/2006/relationships/tags" Target="../tags/tag701.xml"/><Relationship Id="rId2" Type="http://schemas.openxmlformats.org/officeDocument/2006/relationships/tags" Target="../tags/tag700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69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716.xml"/><Relationship Id="rId8" Type="http://schemas.openxmlformats.org/officeDocument/2006/relationships/tags" Target="../tags/tag715.xml"/><Relationship Id="rId7" Type="http://schemas.openxmlformats.org/officeDocument/2006/relationships/tags" Target="../tags/tag714.xml"/><Relationship Id="rId6" Type="http://schemas.openxmlformats.org/officeDocument/2006/relationships/tags" Target="../tags/tag713.xml"/><Relationship Id="rId5" Type="http://schemas.openxmlformats.org/officeDocument/2006/relationships/tags" Target="../tags/tag712.xml"/><Relationship Id="rId4" Type="http://schemas.openxmlformats.org/officeDocument/2006/relationships/tags" Target="../tags/tag711.xml"/><Relationship Id="rId3" Type="http://schemas.openxmlformats.org/officeDocument/2006/relationships/tags" Target="../tags/tag710.xml"/><Relationship Id="rId2" Type="http://schemas.openxmlformats.org/officeDocument/2006/relationships/tags" Target="../tags/tag709.xml"/><Relationship Id="rId12" Type="http://schemas.openxmlformats.org/officeDocument/2006/relationships/slideLayout" Target="../slideLayouts/slideLayout16.xml"/><Relationship Id="rId11" Type="http://schemas.openxmlformats.org/officeDocument/2006/relationships/tags" Target="../tags/tag718.xml"/><Relationship Id="rId10" Type="http://schemas.openxmlformats.org/officeDocument/2006/relationships/tags" Target="../tags/tag717.xml"/><Relationship Id="rId1" Type="http://schemas.openxmlformats.org/officeDocument/2006/relationships/tags" Target="../tags/tag708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721.xml"/><Relationship Id="rId2" Type="http://schemas.openxmlformats.org/officeDocument/2006/relationships/tags" Target="../tags/tag720.xml"/><Relationship Id="rId1" Type="http://schemas.openxmlformats.org/officeDocument/2006/relationships/tags" Target="../tags/tag719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728.xml"/><Relationship Id="rId8" Type="http://schemas.openxmlformats.org/officeDocument/2006/relationships/tags" Target="../tags/tag727.xml"/><Relationship Id="rId7" Type="http://schemas.openxmlformats.org/officeDocument/2006/relationships/image" Target="../media/image31.png"/><Relationship Id="rId6" Type="http://schemas.openxmlformats.org/officeDocument/2006/relationships/tags" Target="../tags/tag726.xml"/><Relationship Id="rId5" Type="http://schemas.openxmlformats.org/officeDocument/2006/relationships/tags" Target="../tags/tag725.xml"/><Relationship Id="rId4" Type="http://schemas.openxmlformats.org/officeDocument/2006/relationships/tags" Target="../tags/tag724.xml"/><Relationship Id="rId3" Type="http://schemas.openxmlformats.org/officeDocument/2006/relationships/image" Target="../media/image30.png"/><Relationship Id="rId2" Type="http://schemas.openxmlformats.org/officeDocument/2006/relationships/tags" Target="../tags/tag723.xml"/><Relationship Id="rId15" Type="http://schemas.openxmlformats.org/officeDocument/2006/relationships/slideLayout" Target="../slideLayouts/slideLayout53.xml"/><Relationship Id="rId14" Type="http://schemas.openxmlformats.org/officeDocument/2006/relationships/tags" Target="../tags/tag732.xml"/><Relationship Id="rId13" Type="http://schemas.openxmlformats.org/officeDocument/2006/relationships/tags" Target="../tags/tag731.xml"/><Relationship Id="rId12" Type="http://schemas.openxmlformats.org/officeDocument/2006/relationships/tags" Target="../tags/tag730.xml"/><Relationship Id="rId11" Type="http://schemas.openxmlformats.org/officeDocument/2006/relationships/image" Target="../media/image32.png"/><Relationship Id="rId10" Type="http://schemas.openxmlformats.org/officeDocument/2006/relationships/tags" Target="../tags/tag729.xml"/><Relationship Id="rId1" Type="http://schemas.openxmlformats.org/officeDocument/2006/relationships/tags" Target="../tags/tag72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740.xml"/><Relationship Id="rId8" Type="http://schemas.openxmlformats.org/officeDocument/2006/relationships/tags" Target="../tags/tag739.xml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" Type="http://schemas.openxmlformats.org/officeDocument/2006/relationships/tags" Target="../tags/tag735.xml"/><Relationship Id="rId3" Type="http://schemas.openxmlformats.org/officeDocument/2006/relationships/image" Target="../media/image33.png"/><Relationship Id="rId2" Type="http://schemas.openxmlformats.org/officeDocument/2006/relationships/tags" Target="../tags/tag734.xml"/><Relationship Id="rId11" Type="http://schemas.openxmlformats.org/officeDocument/2006/relationships/slideLayout" Target="../slideLayouts/slideLayout55.xml"/><Relationship Id="rId10" Type="http://schemas.openxmlformats.org/officeDocument/2006/relationships/tags" Target="../tags/tag741.xml"/><Relationship Id="rId1" Type="http://schemas.openxmlformats.org/officeDocument/2006/relationships/tags" Target="../tags/tag733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749.xml"/><Relationship Id="rId8" Type="http://schemas.openxmlformats.org/officeDocument/2006/relationships/tags" Target="../tags/tag748.xml"/><Relationship Id="rId7" Type="http://schemas.openxmlformats.org/officeDocument/2006/relationships/tags" Target="../tags/tag747.xml"/><Relationship Id="rId6" Type="http://schemas.openxmlformats.org/officeDocument/2006/relationships/tags" Target="../tags/tag746.xml"/><Relationship Id="rId5" Type="http://schemas.openxmlformats.org/officeDocument/2006/relationships/tags" Target="../tags/tag745.xml"/><Relationship Id="rId4" Type="http://schemas.openxmlformats.org/officeDocument/2006/relationships/tags" Target="../tags/tag744.xml"/><Relationship Id="rId3" Type="http://schemas.openxmlformats.org/officeDocument/2006/relationships/image" Target="../media/image34.png"/><Relationship Id="rId2" Type="http://schemas.openxmlformats.org/officeDocument/2006/relationships/tags" Target="../tags/tag743.xml"/><Relationship Id="rId13" Type="http://schemas.openxmlformats.org/officeDocument/2006/relationships/slideLayout" Target="../slideLayouts/slideLayout58.xml"/><Relationship Id="rId12" Type="http://schemas.openxmlformats.org/officeDocument/2006/relationships/tags" Target="../tags/tag752.xml"/><Relationship Id="rId11" Type="http://schemas.openxmlformats.org/officeDocument/2006/relationships/tags" Target="../tags/tag751.xml"/><Relationship Id="rId10" Type="http://schemas.openxmlformats.org/officeDocument/2006/relationships/tags" Target="../tags/tag750.xml"/><Relationship Id="rId1" Type="http://schemas.openxmlformats.org/officeDocument/2006/relationships/tags" Target="../tags/tag74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755.xml"/><Relationship Id="rId2" Type="http://schemas.openxmlformats.org/officeDocument/2006/relationships/tags" Target="../tags/tag754.xml"/><Relationship Id="rId1" Type="http://schemas.openxmlformats.org/officeDocument/2006/relationships/tags" Target="../tags/tag75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764.xml"/><Relationship Id="rId8" Type="http://schemas.openxmlformats.org/officeDocument/2006/relationships/tags" Target="../tags/tag763.xml"/><Relationship Id="rId7" Type="http://schemas.openxmlformats.org/officeDocument/2006/relationships/tags" Target="../tags/tag762.xml"/><Relationship Id="rId6" Type="http://schemas.openxmlformats.org/officeDocument/2006/relationships/tags" Target="../tags/tag761.xml"/><Relationship Id="rId5" Type="http://schemas.openxmlformats.org/officeDocument/2006/relationships/tags" Target="../tags/tag760.xml"/><Relationship Id="rId4" Type="http://schemas.openxmlformats.org/officeDocument/2006/relationships/tags" Target="../tags/tag759.xml"/><Relationship Id="rId3" Type="http://schemas.openxmlformats.org/officeDocument/2006/relationships/tags" Target="../tags/tag758.xml"/><Relationship Id="rId2" Type="http://schemas.openxmlformats.org/officeDocument/2006/relationships/tags" Target="../tags/tag757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769.xml"/><Relationship Id="rId13" Type="http://schemas.openxmlformats.org/officeDocument/2006/relationships/tags" Target="../tags/tag768.xml"/><Relationship Id="rId12" Type="http://schemas.openxmlformats.org/officeDocument/2006/relationships/tags" Target="../tags/tag767.xml"/><Relationship Id="rId11" Type="http://schemas.openxmlformats.org/officeDocument/2006/relationships/tags" Target="../tags/tag766.xml"/><Relationship Id="rId10" Type="http://schemas.openxmlformats.org/officeDocument/2006/relationships/tags" Target="../tags/tag765.xml"/><Relationship Id="rId1" Type="http://schemas.openxmlformats.org/officeDocument/2006/relationships/tags" Target="../tags/tag756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jpeg"/><Relationship Id="rId8" Type="http://schemas.openxmlformats.org/officeDocument/2006/relationships/tags" Target="../tags/tag776.xml"/><Relationship Id="rId7" Type="http://schemas.openxmlformats.org/officeDocument/2006/relationships/tags" Target="../tags/tag775.xml"/><Relationship Id="rId6" Type="http://schemas.openxmlformats.org/officeDocument/2006/relationships/tags" Target="../tags/tag774.xml"/><Relationship Id="rId5" Type="http://schemas.openxmlformats.org/officeDocument/2006/relationships/tags" Target="../tags/tag773.xml"/><Relationship Id="rId4" Type="http://schemas.openxmlformats.org/officeDocument/2006/relationships/image" Target="../media/image35.jpeg"/><Relationship Id="rId3" Type="http://schemas.openxmlformats.org/officeDocument/2006/relationships/tags" Target="../tags/tag772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787.xml"/><Relationship Id="rId21" Type="http://schemas.openxmlformats.org/officeDocument/2006/relationships/tags" Target="../tags/tag786.xml"/><Relationship Id="rId20" Type="http://schemas.openxmlformats.org/officeDocument/2006/relationships/tags" Target="../tags/tag785.xml"/><Relationship Id="rId2" Type="http://schemas.openxmlformats.org/officeDocument/2006/relationships/tags" Target="../tags/tag771.xml"/><Relationship Id="rId19" Type="http://schemas.openxmlformats.org/officeDocument/2006/relationships/image" Target="../media/image38.jpeg"/><Relationship Id="rId18" Type="http://schemas.openxmlformats.org/officeDocument/2006/relationships/tags" Target="../tags/tag784.xml"/><Relationship Id="rId17" Type="http://schemas.openxmlformats.org/officeDocument/2006/relationships/tags" Target="../tags/tag783.xml"/><Relationship Id="rId16" Type="http://schemas.openxmlformats.org/officeDocument/2006/relationships/tags" Target="../tags/tag782.xml"/><Relationship Id="rId15" Type="http://schemas.openxmlformats.org/officeDocument/2006/relationships/tags" Target="../tags/tag781.xml"/><Relationship Id="rId14" Type="http://schemas.openxmlformats.org/officeDocument/2006/relationships/image" Target="../media/image37.jpeg"/><Relationship Id="rId13" Type="http://schemas.openxmlformats.org/officeDocument/2006/relationships/tags" Target="../tags/tag780.xml"/><Relationship Id="rId12" Type="http://schemas.openxmlformats.org/officeDocument/2006/relationships/tags" Target="../tags/tag779.xml"/><Relationship Id="rId11" Type="http://schemas.openxmlformats.org/officeDocument/2006/relationships/tags" Target="../tags/tag778.xml"/><Relationship Id="rId10" Type="http://schemas.openxmlformats.org/officeDocument/2006/relationships/tags" Target="../tags/tag777.xml"/><Relationship Id="rId1" Type="http://schemas.openxmlformats.org/officeDocument/2006/relationships/tags" Target="../tags/tag770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790.xml"/><Relationship Id="rId2" Type="http://schemas.openxmlformats.org/officeDocument/2006/relationships/tags" Target="../tags/tag789.xml"/><Relationship Id="rId1" Type="http://schemas.openxmlformats.org/officeDocument/2006/relationships/tags" Target="../tags/tag7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2025/09/15</a:t>
            </a:r>
            <a:endParaRPr lang="en-US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4200"/>
              <a:t>电子线路课程设计可行性报告课题名称：基于ESP32 与LM386的智能药箱系统设计</a:t>
            </a:r>
            <a:endParaRPr lang="zh-CN" altLang="en-US" sz="420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>
          <a:xfrm>
            <a:off x="8481757" y="4468638"/>
            <a:ext cx="3307687" cy="814562"/>
          </a:xfrm>
        </p:spPr>
        <p:txBody>
          <a:bodyPr>
            <a:normAutofit fontScale="90000"/>
          </a:bodyPr>
          <a:p>
            <a:r>
              <a:rPr lang="zh-CN" altLang="en-US"/>
              <a:t>汇报人:   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4097087" y="1367589"/>
            <a:ext cx="596900" cy="508000"/>
          </a:xfrm>
        </p:spPr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>
          <a:xfrm>
            <a:off x="4878137" y="1291389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5106737" y="1215189"/>
            <a:ext cx="2324100" cy="914400"/>
          </a:xfrm>
        </p:spPr>
        <p:txBody>
          <a:bodyPr/>
          <a:p>
            <a:r>
              <a:rPr lang="zh-CN" altLang="en-US"/>
              <a:t>系统概述、设计思路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8021387" y="1367589"/>
            <a:ext cx="596900" cy="508000"/>
          </a:xfrm>
        </p:spPr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>
          <a:xfrm>
            <a:off x="8802437" y="1291389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031037" y="1215189"/>
            <a:ext cx="2324100" cy="914400"/>
          </a:xfrm>
        </p:spPr>
        <p:txBody>
          <a:bodyPr/>
          <a:p>
            <a:r>
              <a:rPr lang="zh-CN" altLang="en-US"/>
              <a:t>系统组成与工作原理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>
          <a:xfrm>
            <a:off x="4097154" y="2510589"/>
            <a:ext cx="596900" cy="508000"/>
          </a:xfrm>
        </p:spPr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>
          <a:xfrm>
            <a:off x="4878204" y="2434389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>
          <a:xfrm>
            <a:off x="5106804" y="2358189"/>
            <a:ext cx="2324100" cy="914400"/>
          </a:xfrm>
        </p:spPr>
        <p:txBody>
          <a:bodyPr/>
          <a:p>
            <a:r>
              <a:rPr lang="zh-CN" altLang="en-US"/>
              <a:t>单元电路的设计与分析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>
          <a:xfrm>
            <a:off x="8021454" y="2510589"/>
            <a:ext cx="596900" cy="508000"/>
          </a:xfrm>
        </p:spPr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>
          <a:xfrm>
            <a:off x="8802504" y="2434389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>
          <a:xfrm>
            <a:off x="9031104" y="2358189"/>
            <a:ext cx="2324100" cy="914400"/>
          </a:xfrm>
        </p:spPr>
        <p:txBody>
          <a:bodyPr/>
          <a:p>
            <a:r>
              <a:rPr lang="zh-CN" altLang="en-US"/>
              <a:t>设计的难点和可能出现的问题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>
          <a:xfrm>
            <a:off x="4097154" y="3652253"/>
            <a:ext cx="596900" cy="508000"/>
          </a:xfrm>
        </p:spPr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>
          <a:xfrm>
            <a:off x="4878204" y="3576053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>
          <a:xfrm>
            <a:off x="5106804" y="3499853"/>
            <a:ext cx="2324100" cy="914400"/>
          </a:xfrm>
        </p:spPr>
        <p:txBody>
          <a:bodyPr/>
          <a:p>
            <a:r>
              <a:rPr lang="zh-CN" altLang="en-US"/>
              <a:t>预期达到的性能指标</a:t>
            </a:r>
            <a:endParaRPr lang="zh-CN" altLang="en-US"/>
          </a:p>
        </p:txBody>
      </p:sp>
      <p:sp>
        <p:nvSpPr>
          <p:cNvPr id="19" name="文本占位符 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021445" y="3652176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kern="120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20" name="装饰  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802495" y="3575976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031095" y="3499776"/>
            <a:ext cx="23241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课题中独立设计部分介绍</a:t>
            </a:r>
            <a:endParaRPr lang="zh-CN" altLang="en-US"/>
          </a:p>
        </p:txBody>
      </p:sp>
      <p:sp>
        <p:nvSpPr>
          <p:cNvPr id="25" name="文本占位符 6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4097152" y="4677817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kern="120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07</a:t>
            </a:r>
            <a:endParaRPr lang="zh-CN" altLang="en-US"/>
          </a:p>
        </p:txBody>
      </p:sp>
      <p:sp>
        <p:nvSpPr>
          <p:cNvPr id="26" name="装饰  6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4878202" y="4601617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7" name="文本占位符 8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5106802" y="4525417"/>
            <a:ext cx="23241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市场调研与外观设计</a:t>
            </a:r>
            <a:endParaRPr lang="zh-CN" altLang="en-US"/>
          </a:p>
        </p:txBody>
      </p:sp>
      <p:sp>
        <p:nvSpPr>
          <p:cNvPr id="28" name="文本占位符 9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8021445" y="4677795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kern="120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08</a:t>
            </a:r>
            <a:endParaRPr lang="zh-CN" altLang="en-US"/>
          </a:p>
        </p:txBody>
      </p:sp>
      <p:sp>
        <p:nvSpPr>
          <p:cNvPr id="29" name="装饰  9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8802495" y="4601595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9031095" y="4525395"/>
            <a:ext cx="23241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人员分工与进度安排</a:t>
            </a:r>
            <a:endParaRPr lang="zh-CN" altLang="en-US"/>
          </a:p>
        </p:txBody>
      </p:sp>
    </p:spTree>
    <p:custDataLst>
      <p:tags r:id="rId2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系统概述、设计思路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</a:t>
            </a:r>
            <a:r>
              <a:rPr lang="zh-CN" altLang="en-US">
                <a:cs typeface="Arial" panose="020B0604020202020204" pitchFamily="34" charset="0"/>
              </a:rPr>
              <a:t>框图设计</a:t>
            </a:r>
            <a:endParaRPr lang="zh-CN" altLang="en-US"/>
          </a:p>
        </p:txBody>
      </p:sp>
      <p:pic>
        <p:nvPicPr>
          <p:cNvPr id="8" name="内容占位符 7"/>
          <p:cNvPicPr/>
          <p:nvPr>
            <p:ph idx="16390"/>
            <p:custDataLst>
              <p:tags r:id="rId2"/>
            </p:custDataLst>
          </p:nvPr>
        </p:nvPicPr>
        <p:blipFill>
          <a:blip r:embed="rId3"/>
          <a:srcRect l="3658" r="3658"/>
        </p:blipFill>
        <p:spPr>
          <a:xfrm>
            <a:off x="1331121" y="1609213"/>
            <a:ext cx="4226653" cy="3639618"/>
          </a:xfr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2716548" y="5471574"/>
            <a:ext cx="1455799" cy="328717"/>
          </a:xfrm>
        </p:spPr>
        <p:txBody>
          <a:bodyPr/>
          <a:p>
            <a:r>
              <a:rPr lang="zh-CN" altLang="en-US" sz="1600"/>
              <a:t>云端</a:t>
            </a:r>
            <a:r>
              <a:rPr lang="zh-CN" altLang="en-US" sz="1600">
                <a:cs typeface="Arial" panose="020B0604020202020204" pitchFamily="34" charset="0"/>
              </a:rPr>
              <a:t>服务器架构</a:t>
            </a:r>
            <a:endParaRPr lang="zh-CN" altLang="en-US" sz="1600"/>
          </a:p>
        </p:txBody>
      </p:sp>
      <p:pic>
        <p:nvPicPr>
          <p:cNvPr id="11" name="图片 10" descr="post_object_image_16026337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388" y="1818781"/>
            <a:ext cx="5676784" cy="3430002"/>
          </a:xfrm>
          <a:prstGeom prst="rect">
            <a:avLst/>
          </a:prstGeom>
        </p:spPr>
      </p:pic>
      <p:sp>
        <p:nvSpPr>
          <p:cNvPr id="12" name="文本占位符 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236942" y="5471520"/>
            <a:ext cx="1067386" cy="32871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小程序</a:t>
            </a:r>
            <a:r>
              <a:rPr lang="zh-CN" altLang="en-US" sz="1600">
                <a:cs typeface="Arial" panose="020B0604020202020204" pitchFamily="34" charset="0"/>
              </a:rPr>
              <a:t>架构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内容占位符 10"/>
          <p:cNvPicPr/>
          <p:nvPr>
            <p:ph idx="16390"/>
            <p:custDataLst>
              <p:tags r:id="rId1"/>
            </p:custDataLst>
          </p:nvPr>
        </p:nvPicPr>
        <p:blipFill>
          <a:blip r:embed="rId2"/>
          <a:srcRect l="4775" t="5956" r="4775" b="6984"/>
        </p:blipFill>
        <p:spPr>
          <a:xfrm>
            <a:off x="733829" y="1367914"/>
            <a:ext cx="10724292" cy="4285942"/>
          </a:xfr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5281630" y="5998919"/>
            <a:ext cx="1411428" cy="316939"/>
          </a:xfrm>
        </p:spPr>
        <p:txBody>
          <a:bodyPr>
            <a:normAutofit fontScale="70000"/>
          </a:bodyPr>
          <a:p>
            <a:r>
              <a:rPr lang="zh-CN" altLang="en-US"/>
              <a:t>硬件</a:t>
            </a:r>
            <a:r>
              <a:rPr lang="zh-CN" altLang="en-US">
                <a:cs typeface="Arial" panose="020B0604020202020204" pitchFamily="34" charset="0"/>
              </a:rPr>
              <a:t>部分架构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/>
            <p:custDataLst>
              <p:tags r:id="rId4"/>
            </p:custDataLst>
          </p:nvPr>
        </p:nvSpPr>
        <p:spPr>
          <a:xfrm>
            <a:off x="136737" y="148653"/>
            <a:ext cx="10930912" cy="874138"/>
          </a:xfrm>
        </p:spPr>
        <p:txBody>
          <a:bodyPr/>
          <a:p>
            <a:r>
              <a:rPr lang="zh-CN" altLang="en-US"/>
              <a:t>系统</a:t>
            </a:r>
            <a:r>
              <a:rPr lang="zh-CN" altLang="en-US">
                <a:cs typeface="Arial" panose="020B0604020202020204" pitchFamily="34" charset="0"/>
              </a:rPr>
              <a:t>框图设计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系统设计思路与框架</a:t>
            </a:r>
            <a:endParaRPr lang="zh-CN" altLang="en-US"/>
          </a:p>
        </p:txBody>
      </p:sp>
      <p:pic>
        <p:nvPicPr>
          <p:cNvPr id="3" name="图片占位符 2" descr="7720744a-922b-11f0-b35b-9a2e6bb1aef9"/>
          <p:cNvPicPr>
            <a:picLocks noChangeAspect="1"/>
          </p:cNvPicPr>
          <p:nvPr>
            <p:ph type="pic" idx="16394"/>
            <p:custDataLst>
              <p:tags r:id="rId2"/>
            </p:custDataLst>
          </p:nvPr>
        </p:nvPicPr>
        <p:blipFill>
          <a:blip r:embed="rId3"/>
          <a:srcRect l="15217" r="15217"/>
          <a:stretch>
            <a:fillRect/>
          </a:stretch>
        </p:blipFill>
        <p:spPr>
          <a:xfrm>
            <a:off x="9906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设计思路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以产品实用性为导向，结合物联网与AI技术，在ESP32与LM386硬件基础上创新，实现智能药箱远程控制与数据互联。</a:t>
            </a:r>
            <a:endParaRPr lang="zh-CN" altLang="en-US"/>
          </a:p>
        </p:txBody>
      </p:sp>
      <p:pic>
        <p:nvPicPr>
          <p:cNvPr id="6" name="图片占位符 5" descr="7720739a-922b-11f0-b35b-9a2e6bb1aef9"/>
          <p:cNvPicPr>
            <a:picLocks noChangeAspect="1"/>
          </p:cNvPicPr>
          <p:nvPr>
            <p:ph type="pic" idx="16395"/>
            <p:custDataLst>
              <p:tags r:id="rId6"/>
            </p:custDataLst>
          </p:nvPr>
        </p:nvPicPr>
        <p:blipFill>
          <a:blip r:embed="rId7"/>
          <a:srcRect t="16667" b="16667"/>
          <a:stretch>
            <a:fillRect/>
          </a:stretch>
        </p:blipFill>
        <p:spPr>
          <a:xfrm>
            <a:off x="3886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系统框架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采用三层架构：感知层（ESP32+传感器）、传输层（Wi-Fi+云端）、应用层（微信小程序），形成完整数据闭环。</a:t>
            </a:r>
            <a:endParaRPr lang="zh-CN" altLang="en-US"/>
          </a:p>
        </p:txBody>
      </p:sp>
      <p:pic>
        <p:nvPicPr>
          <p:cNvPr id="9" name="图片占位符 8" descr="77207550-922b-11f0-b35b-9a2e6bb1aef9"/>
          <p:cNvPicPr>
            <a:picLocks noChangeAspect="1"/>
          </p:cNvPicPr>
          <p:nvPr>
            <p:ph type="pic" idx="16396"/>
            <p:custDataLst>
              <p:tags r:id="rId10"/>
            </p:custDataLst>
          </p:nvPr>
        </p:nvPicPr>
        <p:blipFill>
          <a:blip r:embed="rId11"/>
          <a:srcRect l="39722" t="10000" r="278"/>
          <a:stretch>
            <a:fillRect/>
          </a:stretch>
        </p:blipFill>
        <p:spPr>
          <a:xfrm>
            <a:off x="6781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核心功能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包含用药提醒、远程监护、健康数据记录三大核心模块，满足用户用药管理全流程需求。</a:t>
            </a:r>
            <a:endParaRPr lang="zh-CN" altLang="en-US"/>
          </a:p>
        </p:txBody>
      </p:sp>
      <p:pic>
        <p:nvPicPr>
          <p:cNvPr id="12" name="图片占位符 11" descr="772072d7-922b-11f0-b35b-9a2e6bb1aef9"/>
          <p:cNvPicPr>
            <a:picLocks noChangeAspect="1"/>
          </p:cNvPicPr>
          <p:nvPr>
            <p:ph type="pic" idx="16397"/>
            <p:custDataLst>
              <p:tags r:id="rId14"/>
            </p:custDataLst>
          </p:nvPr>
        </p:nvPicPr>
        <p:blipFill>
          <a:blip r:embed="rId7"/>
          <a:srcRect t="16667" b="16667"/>
          <a:stretch>
            <a:fillRect/>
          </a:stretch>
        </p:blipFill>
        <p:spPr>
          <a:xfrm>
            <a:off x="96774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技术路径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硬件层实现数据采集与控制，云端层处理数据存储与交互，应用层提供用户友好操作界面。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系统组成与工作原理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系统功能与工作原理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default_6_img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工作原理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云端服务器同步用户设定，ESP32接收指令后驱动LM386音频模块与LED灯，实现多模态提醒。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default_3_img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7188" r="7188"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核心功能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用药定时提醒：音乐+LED灯双重提示；服药确认反馈：物理按键上传状态至云端；紧急联络机制：超时未服药自动通知联系人。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default_4_img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21987" r="21987"/>
          <a:stretch>
            <a:fillRect/>
          </a:stretch>
        </p:blipFill>
        <p:spPr>
          <a:xfrm>
            <a:off x="914415" y="4533864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数据交互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ESP32通过Wi-Fi与云端双向通信，实时上传用药记录，接收小程序配置更新，确保数据同步。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default_2_img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t="22758" b="22758"/>
          <a:stretch>
            <a:fillRect/>
          </a:stretch>
        </p:blipFill>
        <p:spPr>
          <a:xfrm>
            <a:off x="6553237" y="4533904"/>
            <a:ext cx="1219151" cy="1219151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用户体验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小程序端支持个性化用药计划设置，历史记录查询，紧急联系人管理，界面简洁易操作。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单元电路的设计与分析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LM386的音频功放设计</a:t>
            </a:r>
            <a:endParaRPr lang="zh-CN" altLang="en-US"/>
          </a:p>
        </p:txBody>
      </p:sp>
      <p:pic>
        <p:nvPicPr>
          <p:cNvPr id="15" name="内容占位符 14" descr="/data/temp/74c2ac36-922b-11f0-81ff-cad791ea82f8.PNG74c2ac36-922b-11f0-81ff-cad791ea82f8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t="-67683" b="-67683"/>
          <a:stretch>
            <a:fillRect/>
          </a:stretch>
        </p:blipFill>
        <p:spPr>
          <a:xfrm>
            <a:off x="8001000" y="1524000"/>
            <a:ext cx="3581400" cy="472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LM386芯片参数详解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LM386芯片工作电压4V-12V，增益可调至200倍，适于音量控制。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输出功率与应用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供电电压决定输出功率，6V约0.3W，9V超0.5W，足驱小扬声播音乐。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输入阻抗与电路匹配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输入阻抗50kΩ确保与ESP32音频输出良好匹配。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电路设计与仿真结果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3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电路增益约50倍，波形仿真成功，需滤波减纹波。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供电电路设计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占位符 3"/>
          <p:cNvPicPr>
            <a:picLocks noGrp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5056" b="7611"/>
        </p:blipFill>
        <p:spPr>
          <a:xfrm>
            <a:off x="6248441" y="4267144"/>
            <a:ext cx="5461843" cy="2407805"/>
          </a:xfr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移动式智能药箱电路设计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914415" y="4420561"/>
            <a:ext cx="4724400" cy="1524000"/>
          </a:xfrm>
        </p:spPr>
        <p:txBody>
          <a:bodyPr/>
          <a:p>
            <a:r>
              <a:rPr lang="zh-CN" altLang="en-US"/>
              <a:t>设计移动智能药箱，采用移动式锂电池供电设计方案</a:t>
            </a:r>
            <a:r>
              <a:rPr lang="en-US" altLang="zh-CN"/>
              <a:t>:</a:t>
            </a:r>
            <a:r>
              <a:rPr lang="zh-CN" altLang="en-US"/>
              <a:t>用</a:t>
            </a:r>
            <a:r>
              <a:rPr lang="en-US" altLang="zh-CN"/>
              <a:t>TC4056</a:t>
            </a:r>
            <a:r>
              <a:rPr lang="zh-CN" altLang="en-US"/>
              <a:t>管理锂电池充放，</a:t>
            </a:r>
            <a:r>
              <a:rPr lang="en-US" altLang="zh-CN"/>
              <a:t>HX3608</a:t>
            </a:r>
            <a:r>
              <a:rPr lang="zh-CN" altLang="en-US"/>
              <a:t>升压，</a:t>
            </a:r>
            <a:r>
              <a:rPr lang="en-US" altLang="zh-CN"/>
              <a:t>DW06D</a:t>
            </a:r>
            <a:r>
              <a:rPr lang="zh-CN" altLang="en-US"/>
              <a:t>保护供电电路电路。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图片占位符 7"/>
          <p:cNvPicPr>
            <a:picLocks noGrp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9985" b="8825"/>
        </p:blipFill>
        <p:spPr>
          <a:xfrm>
            <a:off x="609610" y="1227629"/>
            <a:ext cx="5334026" cy="2400853"/>
          </a:xfr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固定式智能药箱电路设计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借助常见手机充电变压器，以简化电源设计。仅需设计</a:t>
            </a:r>
            <a:r>
              <a:rPr lang="en-US" altLang="zh-CN"/>
              <a:t>5V</a:t>
            </a:r>
            <a:r>
              <a:rPr lang="zh-CN" altLang="en-US"/>
              <a:t>转</a:t>
            </a:r>
            <a:r>
              <a:rPr lang="en-US" altLang="zh-CN"/>
              <a:t>3.3V</a:t>
            </a:r>
            <a:r>
              <a:rPr lang="zh-CN" altLang="en-US"/>
              <a:t>电路为单片机供电，同时添加滤波电容限制纹波。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设计的</a:t>
            </a:r>
            <a:r>
              <a:t>难</a:t>
            </a:r>
            <a:r>
              <a:rPr lang="zh-CN" altLang="en-US"/>
              <a:t>点和可能出现的问题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供电电路的设计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由于我们三人都没有对于电源设计的经验，贸然使用220V的市电进行供电会带来许多不可控的因素</a:t>
            </a:r>
            <a:endParaRPr lang="zh-CN" altLang="en-US"/>
          </a:p>
        </p:txBody>
      </p:sp>
      <p:pic>
        <p:nvPicPr>
          <p:cNvPr id="4" name="内容占位符 3" descr="default_1_img"/>
          <p:cNvPicPr>
            <a:picLocks noChangeAspect="1"/>
          </p:cNvPicPr>
          <p:nvPr>
            <p:ph idx="16393"/>
            <p:custDataLst>
              <p:tags r:id="rId3"/>
            </p:custDataLst>
          </p:nvPr>
        </p:nvPicPr>
        <p:blipFill>
          <a:blip r:embed="rId4"/>
          <a:srcRect t="5516" b="3918"/>
          <a:stretch>
            <a:fillRect/>
          </a:stretch>
        </p:blipFill>
        <p:spPr>
          <a:xfrm>
            <a:off x="5115569" y="3709108"/>
            <a:ext cx="5520322" cy="3009078"/>
          </a:xfrm>
          <a:custGeom>
            <a:avLst/>
            <a:gdLst>
              <a:gd name="connisteX0" fmla="*/ 0 w 6934200"/>
              <a:gd name="connsiteY0" fmla="*/ 203200 h 2286000"/>
              <a:gd name="connisteX1" fmla="*/ 203200 w 6934200"/>
              <a:gd name="connsiteY1" fmla="*/ 0 h 2286000"/>
              <a:gd name="connisteX2" fmla="*/ 6731000 w 6934200"/>
              <a:gd name="connsiteY2" fmla="*/ 0 h 2286000"/>
              <a:gd name="connisteX3" fmla="*/ 6934200 w 6934200"/>
              <a:gd name="connsiteY3" fmla="*/ 203200 h 2286000"/>
              <a:gd name="connisteX4" fmla="*/ 6934200 w 6934200"/>
              <a:gd name="connsiteY4" fmla="*/ 2082800 h 2286000"/>
              <a:gd name="connisteX5" fmla="*/ 6731000 w 6934200"/>
              <a:gd name="connsiteY5" fmla="*/ 2286000 h 2286000"/>
              <a:gd name="connisteX6" fmla="*/ 203200 w 6934200"/>
              <a:gd name="connsiteY6" fmla="*/ 2286000 h 2286000"/>
              <a:gd name="connisteX7" fmla="*/ 0 w 6934200"/>
              <a:gd name="connsiteY7" fmla="*/ 2082800 h 2286000"/>
              <a:gd name="connisteX8" fmla="*/ 0 w 69342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2082800"/>
                </a:lnTo>
                <a:cubicBezTo>
                  <a:pt x="6934200" y="2195024"/>
                  <a:pt x="6843224" y="2286000"/>
                  <a:pt x="67310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7"/>
          <p:cNvPicPr>
            <a:picLocks noChangeAspect="1"/>
          </p:cNvPicPr>
          <p:nvPr>
            <p:ph type="pic" idx="16394"/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0440" y="828040"/>
            <a:ext cx="325120" cy="32512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安全因素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需设计可靠隔离电路，确保高压转低压，保障人身安全。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7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8"/>
          <p:cNvPicPr>
            <a:picLocks noChangeAspect="1"/>
          </p:cNvPicPr>
          <p:nvPr>
            <p:ph type="pic" idx="16396"/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0440" y="1894840"/>
            <a:ext cx="325120" cy="32512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稳定因素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设计供电模块，选恰当稳压芯片，保电压稳定，重散热防损。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9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9"/>
          <p:cNvPicPr>
            <a:picLocks noChangeAspect="1"/>
          </p:cNvPicPr>
          <p:nvPr>
            <p:ph type="pic" idx="16398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90440" y="2961640"/>
            <a:ext cx="325120" cy="325120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idx="16391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纹波与噪声因素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/>
            <p:custDataLst>
              <p:tags r:id="rId22"/>
            </p:custDataLst>
          </p:nvPr>
        </p:nvSpPr>
        <p:spPr/>
        <p:txBody>
          <a:bodyPr/>
          <a:p>
            <a:r>
              <a:rPr lang="zh-CN" altLang="en-US"/>
              <a:t>供电模块需控纹波、抑噪声，保障音频功放与单片机稳定运行。</a:t>
            </a:r>
            <a:endParaRPr lang="zh-CN" altLang="en-US"/>
          </a:p>
        </p:txBody>
      </p:sp>
    </p:spTree>
    <p:custDataLst>
      <p:tags r:id="rId2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ESP32与小程序的对接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76a11a4b-922b-11f0-81ff-cad791ea82f8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5185" b="20940"/>
          <a:stretch>
            <a:fillRect/>
          </a:stretch>
        </p:blipFill>
        <p:spPr>
          <a:xfrm>
            <a:off x="609600" y="15240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ESP32与小程序对接方法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发现多种方案，如HTTP请求调用云函数，需克服ESP32编程难题；BLE直连实现近场互动，依赖ESP32 BLE库及微信API。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default_3_img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-481" t="-1988" r="-1826"/>
          <a:stretch>
            <a:fillRect/>
          </a:stretch>
        </p:blipFill>
        <p:spPr>
          <a:xfrm>
            <a:off x="357678" y="4119917"/>
            <a:ext cx="3888282" cy="2047213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实际设计考量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评估难易度与目标，权衡HTTP云调用、BLE蓝牙对接及WiFi直连方案，择优而定。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预期达到的性能指标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用药提醒机制</a:t>
            </a:r>
            <a:endParaRPr lang="zh-CN" altLang="en-US"/>
          </a:p>
        </p:txBody>
      </p:sp>
      <p:pic>
        <p:nvPicPr>
          <p:cNvPr id="9" name="内容占位符 8"/>
          <p:cNvPicPr/>
          <p:nvPr>
            <p:ph idx="16390"/>
            <p:custDataLst>
              <p:tags r:id="rId2"/>
            </p:custDataLst>
          </p:nvPr>
        </p:nvPicPr>
        <p:blipFill>
          <a:blip r:embed="rId3"/>
          <a:srcRect t="39473" b="21617"/>
        </p:blipFill>
        <p:spPr>
          <a:xfrm>
            <a:off x="1409908" y="226552"/>
            <a:ext cx="9892384" cy="3081688"/>
          </a:xfr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用药提醒核心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内置精准时钟，依据微信小程序设定用药时间，触发定时提醒，结合音乐与LED灯提示，确保及时用药。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提醒机制详情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到达设定时间，药箱利用LM386驱动播放音乐，对应药格LED灯亮起，实现视听双重提醒效果。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用药记录追踪</a:t>
            </a:r>
            <a:endParaRPr lang="zh-CN" altLang="en-US"/>
          </a:p>
        </p:txBody>
      </p:sp>
      <p:pic>
        <p:nvPicPr>
          <p:cNvPr id="3" name="内容占位符 2" descr="default_4_img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23540" t="-10" r="21971" b="9107"/>
          <a:stretch>
            <a:fillRect/>
          </a:stretch>
        </p:blipFill>
        <p:spPr>
          <a:xfrm>
            <a:off x="6078261" y="224010"/>
            <a:ext cx="5978977" cy="6409935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用药记录功能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药箱配物理按键确认用药，ESP32收信号上传时间、药物种类至云端，微信小程序展示用药历史。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558791" y="3751130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762046" y="3751107"/>
            <a:ext cx="5029200" cy="406400"/>
          </a:xfrm>
        </p:spPr>
        <p:txBody>
          <a:bodyPr/>
          <a:p>
            <a:r>
              <a:rPr lang="zh-CN" altLang="en-US"/>
              <a:t>数据展示方式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762046" y="4201690"/>
            <a:ext cx="5098080" cy="667000"/>
          </a:xfrm>
        </p:spPr>
        <p:txBody>
          <a:bodyPr/>
          <a:p>
            <a:r>
              <a:rPr lang="zh-CN" altLang="en-US"/>
              <a:t>用药数据以列表或图表形式在小程序呈现，方便用户及监护人查阅完整记录。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远程健康保障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default_5_img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45619" b="28958"/>
          <a:stretch>
            <a:fillRect/>
          </a:stretch>
        </p:blipFill>
        <p:spPr>
          <a:xfrm>
            <a:off x="609591" y="1523977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远程通知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用户设定紧急联系人，若用药提醒后15分钟内未确认服药，系统自动通知联系人，附带用药时间与药物信息。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default_2_img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18186" b="18186"/>
          <a:stretch>
            <a:fillRect/>
          </a:stretch>
        </p:blipFill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健康保障机制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通过小程序连接云端服务器，实现自动监测与远程提醒，确保及时关注用户健康状况。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直观显示信息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直观显示信息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药箱本体配显示屏，清晰显示日期、时间，下一次用药时间、药物名称及用药位置，无需手机，快速获取信息。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药箱功能亮点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通过直观显示屏，用户可便捷查看用药详情，提升用药管理效率，设计人性化，使用体验佳。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课题中独立设计部分介绍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6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应用场景与目标</a:t>
            </a:r>
            <a:endParaRPr lang="zh-CN" altLang="en-US"/>
          </a:p>
        </p:txBody>
      </p:sp>
      <p:pic>
        <p:nvPicPr>
          <p:cNvPr id="3" name="内容占位符 2" descr="7681cd49-922b-11f0-86ee-a2aa41106333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r="22442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设计目的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针对人口老龄化及快节奏生活，智能药箱旨在提醒用药，保障健康。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功能描述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智能提醒服药，显示药物信息，未按时服药触发警报，小程序记录查询。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设计特色与个性化服务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3" name="图片占位符 12"/>
          <p:cNvPicPr/>
          <p:nvPr>
            <p:ph type="pic" idx="16391"/>
            <p:custDataLst>
              <p:tags r:id="rId3"/>
            </p:custDataLst>
          </p:nvPr>
        </p:nvPicPr>
        <p:blipFill>
          <a:blip r:embed="rId4"/>
          <a:srcRect t="5363" b="15331"/>
        </p:blipFill>
        <p:spPr>
          <a:xfrm>
            <a:off x="914400" y="1522078"/>
            <a:ext cx="4724400" cy="2440322"/>
          </a:xfr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设计特色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融合先进科技，提供定制化药物管理方案，确保每位用户都能获得贴合自身需求的服务。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default_6_img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2995" r="2031" b="13144"/>
          <a:stretch>
            <a:fillRect/>
          </a:stretch>
        </p:blipFill>
        <p:spPr>
          <a:xfrm>
            <a:off x="7193586" y="1743167"/>
            <a:ext cx="3443607" cy="2523977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个性化服务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支持多用户信息独立登录，云端同步更新，无论身处何地，都能轻松管理个人用药计划。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硬件</a:t>
            </a:r>
            <a:r>
              <a:rPr lang="zh-CN" altLang="en-US">
                <a:cs typeface="Arial" panose="020B0604020202020204" pitchFamily="34" charset="0"/>
              </a:rPr>
              <a:t>电路设计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1082463" y="1526403"/>
            <a:ext cx="8682383" cy="406400"/>
          </a:xfrm>
        </p:spPr>
        <p:txBody>
          <a:bodyPr>
            <a:normAutofit fontScale="80000"/>
          </a:bodyPr>
          <a:p>
            <a:r>
              <a:rPr lang="zh-CN" altLang="en-US"/>
              <a:t>场景</a:t>
            </a:r>
            <a:r>
              <a:rPr lang="zh-CN" altLang="en-US">
                <a:cs typeface="Arial" panose="020B0604020202020204" pitchFamily="34" charset="0"/>
              </a:rPr>
              <a:t>痛点：产品需要具备移动性 ——</a:t>
            </a:r>
            <a:r>
              <a:rPr lang="en-US" altLang="zh-CN">
                <a:cs typeface="Arial" panose="020B0604020202020204" pitchFamily="34" charset="0"/>
              </a:rPr>
              <a:t>&gt; </a:t>
            </a:r>
            <a:r>
              <a:rPr lang="zh-CN" altLang="en-US">
                <a:cs typeface="Arial" panose="020B0604020202020204" pitchFamily="34" charset="0"/>
              </a:rPr>
              <a:t>做到可充电，长续航（充电低功耗设计）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400" y="3152202"/>
            <a:ext cx="4724400" cy="1912803"/>
          </a:xfrm>
        </p:spPr>
        <p:txBody>
          <a:bodyPr>
            <a:normAutofit/>
          </a:bodyPr>
          <a:p>
            <a:r>
              <a:rPr lang="zh-CN" altLang="en-US"/>
              <a:t>采用</a:t>
            </a:r>
            <a:r>
              <a:rPr lang="en-US" altLang="zh-CN"/>
              <a:t>ESP32</a:t>
            </a:r>
            <a:r>
              <a:rPr lang="zh-CN" altLang="en-US"/>
              <a:t>单片机，利用其自带</a:t>
            </a:r>
            <a:r>
              <a:rPr lang="en-US" altLang="zh-CN"/>
              <a:t>BLE</a:t>
            </a:r>
            <a:r>
              <a:rPr lang="zh-CN" altLang="en-US"/>
              <a:t>模块（低功耗蓝牙）降低系统功耗。同时，放弃更好开发</a:t>
            </a:r>
            <a:r>
              <a:rPr lang="en-US" altLang="zh-CN"/>
              <a:t>UI</a:t>
            </a:r>
            <a:r>
              <a:rPr lang="zh-CN" altLang="en-US"/>
              <a:t>的串口</a:t>
            </a:r>
            <a:r>
              <a:rPr lang="en-US" altLang="zh-CN"/>
              <a:t>LCD</a:t>
            </a:r>
            <a:r>
              <a:rPr lang="zh-CN" altLang="en-US"/>
              <a:t>屏而选用</a:t>
            </a:r>
            <a:r>
              <a:rPr lang="en-US" altLang="zh-CN"/>
              <a:t>OLED</a:t>
            </a:r>
            <a:r>
              <a:rPr lang="zh-CN" altLang="en-US"/>
              <a:t>屏。选用静态电流更低的稳压芯片（</a:t>
            </a:r>
            <a:r>
              <a:rPr lang="en-US" altLang="zh-CN"/>
              <a:t>AMS1117-3.3V</a:t>
            </a:r>
            <a:r>
              <a:rPr lang="zh-CN" altLang="en-US"/>
              <a:t>），进一步压低系统的功耗。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充供电方案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6553200" y="3081215"/>
            <a:ext cx="4724400" cy="2117650"/>
          </a:xfrm>
        </p:spPr>
        <p:txBody>
          <a:bodyPr>
            <a:normAutofit lnSpcReduction="10000"/>
          </a:bodyPr>
          <a:p>
            <a:r>
              <a:rPr lang="zh-CN" altLang="en-US"/>
              <a:t>由于</a:t>
            </a:r>
            <a:r>
              <a:rPr lang="zh-CN" altLang="en-US">
                <a:cs typeface="Arial" panose="020B0604020202020204" pitchFamily="34" charset="0"/>
              </a:rPr>
              <a:t>满足移动性，我们考虑使用锂电池进行供电。</a:t>
            </a:r>
            <a:endParaRPr lang="zh-CN" altLang="en-US">
              <a:cs typeface="Arial" panose="020B0604020202020204" pitchFamily="34" charset="0"/>
            </a:endParaRPr>
          </a:p>
          <a:p>
            <a:pPr indent="457200"/>
            <a:r>
              <a:rPr lang="zh-CN" altLang="en-US">
                <a:cs typeface="Arial" panose="020B0604020202020204" pitchFamily="34" charset="0"/>
              </a:rPr>
              <a:t>为解决锂电池的非恒压特性对稳压电路的影响，我们采用升压后降压方式供电，即利用</a:t>
            </a:r>
            <a:r>
              <a:rPr lang="en-US" altLang="zh-CN"/>
              <a:t>HX3608</a:t>
            </a:r>
            <a:r>
              <a:rPr lang="zh-CN" altLang="en-US"/>
              <a:t>（</a:t>
            </a:r>
            <a:r>
              <a:rPr lang="en-US" altLang="zh-CN"/>
              <a:t>Boost</a:t>
            </a:r>
            <a:r>
              <a:rPr lang="zh-CN" altLang="en-US"/>
              <a:t>芯片）升压至</a:t>
            </a:r>
            <a:r>
              <a:rPr lang="en-US" altLang="zh-CN"/>
              <a:t>5V</a:t>
            </a:r>
            <a:r>
              <a:rPr lang="zh-CN" altLang="en-US"/>
              <a:t>后满足（</a:t>
            </a:r>
            <a:r>
              <a:rPr lang="en-US" altLang="zh-CN"/>
              <a:t>3.3V</a:t>
            </a:r>
            <a:r>
              <a:rPr lang="zh-CN" altLang="en-US"/>
              <a:t>）稳压芯片的压差 </a:t>
            </a:r>
            <a:r>
              <a:rPr lang="en-US" altLang="zh-CN"/>
              <a:t>&gt; 0.5V</a:t>
            </a:r>
            <a:r>
              <a:rPr lang="zh-CN" altLang="en-US"/>
              <a:t>要求</a:t>
            </a:r>
            <a:r>
              <a:rPr lang="en-US" altLang="zh-CN"/>
              <a:t>,</a:t>
            </a:r>
            <a:r>
              <a:rPr lang="zh-CN" altLang="en-US"/>
              <a:t>同时可以为音频功放进行供电。</a:t>
            </a:r>
            <a:endParaRPr lang="zh-CN" altLang="en-US"/>
          </a:p>
          <a:p>
            <a:pPr indent="457200"/>
            <a:r>
              <a:rPr lang="zh-CN" altLang="en-US"/>
              <a:t>为保证充电的安全性，我们同时加入充电保护电路，进一步增加了安全性。</a:t>
            </a:r>
            <a:endParaRPr lang="en-US" altLang="zh-CN"/>
          </a:p>
        </p:txBody>
      </p:sp>
      <p:sp>
        <p:nvSpPr>
          <p:cNvPr id="9" name="文本占位符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10" y="2336839"/>
            <a:ext cx="533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低功耗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创新设计亮点</a:t>
            </a:r>
            <a:endParaRPr lang="zh-CN" altLang="en-US"/>
          </a:p>
        </p:txBody>
      </p:sp>
      <p:sp>
        <p:nvSpPr>
          <p:cNvPr id="6" name="装饰  4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>
          <a:xfrm>
            <a:off x="1307505" y="1701640"/>
            <a:ext cx="2514600" cy="4318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1612305" y="2362040"/>
            <a:ext cx="1905000" cy="406400"/>
          </a:xfrm>
        </p:spPr>
        <p:txBody>
          <a:bodyPr/>
          <a:p>
            <a:r>
              <a:rPr lang="zh-CN" altLang="en-US"/>
              <a:t>多模态交互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>
          <a:xfrm>
            <a:off x="1612305" y="2920840"/>
            <a:ext cx="1905000" cy="2438400"/>
          </a:xfrm>
        </p:spPr>
        <p:txBody>
          <a:bodyPr/>
          <a:p>
            <a:r>
              <a:rPr lang="zh-CN" altLang="en-US"/>
              <a:t>结合音频（LM386）、视觉（LED）、触控（物理按键）多模态交互方式，提升老年用户操作便捷性。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6"/>
            <p:custDataLst>
              <p:tags r:id="rId5"/>
            </p:custDataLst>
          </p:nvPr>
        </p:nvSpPr>
        <p:spPr>
          <a:xfrm>
            <a:off x="4126905" y="1701640"/>
            <a:ext cx="2514600" cy="4318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4431705" y="2362040"/>
            <a:ext cx="1905000" cy="406400"/>
          </a:xfrm>
        </p:spPr>
        <p:txBody>
          <a:bodyPr/>
          <a:p>
            <a:r>
              <a:rPr lang="zh-CN" altLang="en-US"/>
              <a:t>低功耗优化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4431705" y="2920840"/>
            <a:ext cx="1905000" cy="2438400"/>
          </a:xfrm>
        </p:spPr>
        <p:txBody>
          <a:bodyPr/>
          <a:p>
            <a:r>
              <a:rPr lang="zh-CN" altLang="en-US"/>
              <a:t>采用ESP32深度睡眠模式与动态唤醒机制，静态功耗降至5mA以下，电池供电可续航7天以上。</a:t>
            </a:r>
            <a:endParaRPr lang="zh-CN" altLang="en-US"/>
          </a:p>
        </p:txBody>
      </p:sp>
      <p:sp>
        <p:nvSpPr>
          <p:cNvPr id="12" name="装饰  0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>
          <a:xfrm>
            <a:off x="6946305" y="1701640"/>
            <a:ext cx="2514600" cy="4318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>
          <a:xfrm>
            <a:off x="7251105" y="2362040"/>
            <a:ext cx="1905000" cy="406400"/>
          </a:xfrm>
        </p:spPr>
        <p:txBody>
          <a:bodyPr/>
          <a:p>
            <a:r>
              <a:rPr lang="zh-CN" altLang="en-US"/>
              <a:t>模块化设计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>
          <a:xfrm>
            <a:off x="7251105" y="2920840"/>
            <a:ext cx="1905000" cy="2438400"/>
          </a:xfrm>
        </p:spPr>
        <p:txBody>
          <a:bodyPr/>
          <a:p>
            <a:r>
              <a:rPr lang="zh-CN" altLang="en-US"/>
              <a:t>硬件采用模块化架构，药格独立控制单元支持扩展至</a:t>
            </a:r>
            <a:r>
              <a:rPr lang="en-US" altLang="zh-CN"/>
              <a:t>6</a:t>
            </a:r>
            <a:r>
              <a:rPr lang="zh-CN" altLang="en-US"/>
              <a:t>个药仓，适应不同用药需求。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t>市场调研与</a:t>
            </a:r>
            <a:r>
              <a:rPr lang="zh-CN" altLang="en-US"/>
              <a:t>外观设计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7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市场</a:t>
            </a:r>
            <a:r>
              <a:rPr lang="zh-CN" altLang="en-US">
                <a:cs typeface="Arial" panose="020B0604020202020204" pitchFamily="34" charset="0"/>
              </a:rPr>
              <a:t>调研--竞品分析</a:t>
            </a:r>
            <a:endParaRPr lang="zh-CN" altLang="en-US"/>
          </a:p>
        </p:txBody>
      </p:sp>
      <p:pic>
        <p:nvPicPr>
          <p:cNvPr id="9" name="内容占位符 8"/>
          <p:cNvPicPr>
            <a:picLocks noGrp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098" r="1098"/>
        </p:blipFill>
        <p:spPr>
          <a:xfrm>
            <a:off x="609600" y="1524000"/>
            <a:ext cx="3454400" cy="3556000"/>
          </a:xfrm>
        </p:spPr>
      </p:pic>
      <p:sp>
        <p:nvSpPr>
          <p:cNvPr id="10" name="文本占位符 9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竞品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售价</a:t>
            </a:r>
            <a:r>
              <a:rPr lang="en-US" altLang="zh-CN"/>
              <a:t>98.0</a:t>
            </a:r>
            <a:endParaRPr lang="zh-CN" altLang="en-US"/>
          </a:p>
        </p:txBody>
      </p:sp>
      <p:pic>
        <p:nvPicPr>
          <p:cNvPr id="12" name="内容占位符 11"/>
          <p:cNvPicPr>
            <a:picLocks noGrp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t="7350" b="15474"/>
        </p:blipFill>
        <p:spPr>
          <a:xfrm>
            <a:off x="4368800" y="1524000"/>
            <a:ext cx="3454400" cy="3556000"/>
          </a:xfrm>
        </p:spPr>
      </p:pic>
      <p:sp>
        <p:nvSpPr>
          <p:cNvPr id="13" name="文本占位符 12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竞品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售价</a:t>
            </a:r>
            <a:r>
              <a:rPr lang="en-US" altLang="zh-CN"/>
              <a:t>35.6</a:t>
            </a:r>
            <a:endParaRPr lang="zh-CN" altLang="en-US"/>
          </a:p>
        </p:txBody>
      </p:sp>
      <p:pic>
        <p:nvPicPr>
          <p:cNvPr id="15" name="内容占位符 14"/>
          <p:cNvPicPr>
            <a:picLocks noGrp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l="5061" r="5061"/>
        </p:blipFill>
        <p:spPr>
          <a:xfrm>
            <a:off x="8128000" y="1524000"/>
            <a:ext cx="3454400" cy="3556000"/>
          </a:xfr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竞品</a:t>
            </a:r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售价</a:t>
            </a:r>
            <a:r>
              <a:rPr lang="en-US" altLang="zh-CN"/>
              <a:t>29.38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市场</a:t>
            </a:r>
            <a:r>
              <a:rPr lang="zh-CN" altLang="en-US">
                <a:cs typeface="Arial" panose="020B0604020202020204" pitchFamily="34" charset="0"/>
              </a:rPr>
              <a:t>调研--消费者反馈</a:t>
            </a:r>
            <a:endParaRPr lang="zh-CN" altLang="en-US">
              <a:cs typeface="Arial" panose="020B0604020202020204" pitchFamily="34" charset="0"/>
            </a:endParaRPr>
          </a:p>
        </p:txBody>
      </p:sp>
      <p:pic>
        <p:nvPicPr>
          <p:cNvPr id="9" name="内容占位符 8"/>
          <p:cNvPicPr>
            <a:picLocks noGrp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2141" r="2582"/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闹铃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553200" y="2433053"/>
            <a:ext cx="5029200" cy="572168"/>
          </a:xfrm>
        </p:spPr>
        <p:txBody>
          <a:bodyPr>
            <a:noAutofit/>
          </a:bodyPr>
          <a:p>
            <a:r>
              <a:rPr lang="zh-CN" altLang="en-US"/>
              <a:t>用户们希望在特殊场合可以让药箱仅振动，不闹铃，即需要考虑到混合提醒功能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6553200" y="3299326"/>
            <a:ext cx="5029200" cy="406400"/>
          </a:xfrm>
        </p:spPr>
        <p:txBody>
          <a:bodyPr>
            <a:noAutofit/>
          </a:bodyPr>
          <a:p>
            <a:r>
              <a:rPr lang="zh-CN" altLang="en-US"/>
              <a:t>药盒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6553200" y="3705726"/>
            <a:ext cx="5029200" cy="767347"/>
          </a:xfrm>
        </p:spPr>
        <p:txBody>
          <a:bodyPr>
            <a:noAutofit/>
          </a:bodyPr>
          <a:p>
            <a:r>
              <a:rPr lang="zh-CN" altLang="en-US"/>
              <a:t>一方面要考虑到容量问题，一方面要合理设置不同药盒间的隔断，混药，特别是在药外观相近时，可能会造成严重的后果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人机</a:t>
            </a:r>
            <a:r>
              <a:rPr lang="zh-CN" altLang="en-US">
                <a:cs typeface="Arial" panose="020B0604020202020204" pitchFamily="34" charset="0"/>
              </a:rPr>
              <a:t>交互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>
          <a:xfrm>
            <a:off x="6553200" y="5486400"/>
            <a:ext cx="5029200" cy="612274"/>
          </a:xfrm>
        </p:spPr>
        <p:txBody>
          <a:bodyPr>
            <a:noAutofit/>
          </a:bodyPr>
          <a:p>
            <a:r>
              <a:rPr lang="zh-CN" altLang="en-US"/>
              <a:t>有用户反应设置难度大，我们需要尽可能简化用户的使用方法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外观结构设计</a:t>
            </a:r>
            <a:endParaRPr lang="zh-CN" altLang="en-US"/>
          </a:p>
        </p:txBody>
      </p:sp>
      <p:pic>
        <p:nvPicPr>
          <p:cNvPr id="19" name="内容占位符 18"/>
          <p:cNvPicPr>
            <a:picLocks noGrp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l="2953" r="2953"/>
        </p:blipFill>
        <p:spPr>
          <a:xfrm>
            <a:off x="609600" y="1524000"/>
            <a:ext cx="5486400" cy="4724400"/>
          </a:xfr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整体造型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 sz="1500"/>
              <a:t>采用圆角长方体设计，尺寸</a:t>
            </a:r>
            <a:r>
              <a:rPr lang="en-US" altLang="zh-CN" sz="1500"/>
              <a:t>150</a:t>
            </a:r>
            <a:r>
              <a:rPr lang="zh-CN" altLang="en-US" sz="1500"/>
              <a:t>×</a:t>
            </a:r>
            <a:r>
              <a:rPr lang="en-US" altLang="zh-CN" sz="1500"/>
              <a:t>76.5</a:t>
            </a:r>
            <a:r>
              <a:rPr lang="zh-CN" altLang="en-US" sz="1500"/>
              <a:t>×</a:t>
            </a:r>
            <a:r>
              <a:rPr lang="en-US" altLang="zh-CN" sz="1500"/>
              <a:t>35</a:t>
            </a:r>
            <a:r>
              <a:rPr lang="zh-CN" altLang="en-US" sz="1500"/>
              <a:t>mm，白色ABS材质，表面磨砂处理防指纹，适合家居环境摆放。</a:t>
            </a:r>
            <a:endParaRPr lang="zh-CN" altLang="en-US" sz="150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人机交互区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Autofit/>
          </a:bodyPr>
          <a:p>
            <a:r>
              <a:rPr lang="zh-CN" altLang="en-US" sz="1500"/>
              <a:t>正面集成2.4英寸LCD显示屏（显示时间/用药信息）、4个物理按键（确认/取消/上一页/下一页）、</a:t>
            </a:r>
            <a:r>
              <a:rPr lang="en-US" altLang="zh-CN" sz="1500"/>
              <a:t>6</a:t>
            </a:r>
            <a:r>
              <a:rPr lang="zh-CN" altLang="en-US" sz="1500"/>
              <a:t>个LED指示灯（对应药仓）。</a:t>
            </a:r>
            <a:endParaRPr lang="zh-CN" altLang="en-US" sz="150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药仓设计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lang="zh-CN" altLang="en-US" sz="1500"/>
              <a:t>内置6个独立药仓，每个尺寸为</a:t>
            </a:r>
            <a:r>
              <a:rPr lang="en-US" altLang="zh-CN" sz="1500"/>
              <a:t>21</a:t>
            </a:r>
            <a:r>
              <a:rPr lang="en-US" altLang="en-US" sz="1500"/>
              <a:t>×</a:t>
            </a:r>
            <a:r>
              <a:rPr lang="en-US" altLang="zh-CN" sz="1500"/>
              <a:t>35</a:t>
            </a:r>
            <a:r>
              <a:rPr lang="en-US" altLang="en-US" sz="1500"/>
              <a:t>×</a:t>
            </a:r>
            <a:r>
              <a:rPr lang="en-US" altLang="zh-CN" sz="1500"/>
              <a:t>30mm</a:t>
            </a:r>
            <a:r>
              <a:rPr lang="zh-CN" altLang="en-US" sz="1500"/>
              <a:t>，药仓底部集成压力传感器检测余量。</a:t>
            </a:r>
            <a:endParaRPr lang="zh-CN" altLang="en-US" sz="150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接口布局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 sz="1500"/>
              <a:t>侧面配置Type-C充电口、复位键，底部预留挂墙孔位，支持桌面摆放与壁挂两种安装方式。</a:t>
            </a:r>
            <a:endParaRPr lang="zh-CN" altLang="en-US" sz="1500"/>
          </a:p>
        </p:txBody>
      </p:sp>
    </p:spTree>
    <p:custDataLst>
      <p:tags r:id="rId1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人员分工与进度安排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08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团队分工明细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硬件开发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609600" y="4140200"/>
            <a:ext cx="2526092" cy="1777411"/>
          </a:xfrm>
        </p:spPr>
        <p:txBody>
          <a:bodyPr/>
          <a:p>
            <a:r>
              <a:rPr lang="zh-CN" altLang="en-US"/>
              <a:t>（）：负责ESP32主控电路通信设计、LM386音频模块调试、硬件系统集成与测试。硬件电路焊接与联调。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软件开发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>
          <a:xfrm>
            <a:off x="3505200" y="4140200"/>
            <a:ext cx="2695523" cy="1844123"/>
          </a:xfrm>
        </p:spPr>
        <p:txBody>
          <a:bodyPr/>
          <a:p>
            <a:r>
              <a:rPr lang="zh-CN" altLang="en-US"/>
              <a:t>（）：</a:t>
            </a:r>
            <a:endParaRPr lang="zh-CN" altLang="en-US"/>
          </a:p>
          <a:p>
            <a:r>
              <a:rPr lang="zh-CN" altLang="en-US"/>
              <a:t>负责微信小程序开发、云端API接口编写、ESP32固件开发与数据交互实现。硬件电路焊接与联调。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单片机软件开发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>
          <a:xfrm>
            <a:off x="6400800" y="4140200"/>
            <a:ext cx="2699493" cy="1777431"/>
          </a:xfrm>
        </p:spPr>
        <p:txBody>
          <a:bodyPr>
            <a:normAutofit/>
          </a:bodyPr>
          <a:p>
            <a:r>
              <a:rPr lang="zh-CN" altLang="en-US"/>
              <a:t>（）：负责市场调研、产品外观设计、结构建模、可行性报告撰写。硬件电路焊接与联调，单片机程序开发。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7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5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项目管理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6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三人共同参与需求分析与方案评审，每周进行进度同步与问题攻坚，确保项目按期交付。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项目进度安排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75b1211a-922b-11f0-a9b4-fed016f5f4ea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64324" t="8967" r="2730" b="45109"/>
          <a:stretch>
            <a:fillRect/>
          </a:stretch>
        </p:blipFill>
        <p:spPr>
          <a:xfrm>
            <a:off x="6096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项目阶段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9月12日前完成可行性报告，13日至月底设计电路与采购元器件。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75b122ad-922b-11f0-a9b4-fed016f5f4ea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4076" r="24185"/>
          <a:stretch>
            <a:fillRect/>
          </a:stretch>
        </p:blipFill>
        <p:spPr>
          <a:xfrm>
            <a:off x="34290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主要</a:t>
            </a:r>
            <a:r>
              <a:rPr lang="zh-CN" altLang="en-US">
                <a:cs typeface="Arial" panose="020B0604020202020204" pitchFamily="34" charset="0"/>
              </a:rPr>
              <a:t>功能</a:t>
            </a:r>
            <a:r>
              <a:rPr lang="zh-CN" altLang="en-US"/>
              <a:t>开发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10月焊接调试电路，同步开发ESP32基础功能。软件界面设计以及通信端口开发。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75b12212-922b-11f0-a9b4-fed016f5f4e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14065" r="14065"/>
          <a:stretch>
            <a:fillRect/>
          </a:stretch>
        </p:blipFill>
        <p:spPr>
          <a:xfrm>
            <a:off x="62484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>
          <a:xfrm>
            <a:off x="6419822" y="4165542"/>
            <a:ext cx="2209851" cy="406400"/>
          </a:xfrm>
        </p:spPr>
        <p:txBody>
          <a:bodyPr>
            <a:normAutofit/>
          </a:bodyPr>
          <a:p>
            <a:r>
              <a:rPr lang="zh-CN" altLang="en-US"/>
              <a:t>初步</a:t>
            </a:r>
            <a:r>
              <a:rPr lang="zh-CN" altLang="en-US">
                <a:cs typeface="Arial" panose="020B0604020202020204" pitchFamily="34" charset="0"/>
              </a:rPr>
              <a:t>联调及美化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>
          <a:xfrm>
            <a:off x="6419822" y="4571949"/>
            <a:ext cx="2038385" cy="1524005"/>
          </a:xfrm>
        </p:spPr>
        <p:txBody>
          <a:bodyPr>
            <a:normAutofit/>
          </a:bodyPr>
          <a:p>
            <a:r>
              <a:rPr lang="zh-CN" altLang="en-US"/>
              <a:t>11月</a:t>
            </a:r>
            <a:r>
              <a:rPr lang="zh-CN" altLang="en-US">
                <a:cs typeface="Arial" panose="020B0604020202020204" pitchFamily="34" charset="0"/>
              </a:rPr>
              <a:t>进一步</a:t>
            </a:r>
            <a:r>
              <a:rPr lang="zh-CN" altLang="en-US"/>
              <a:t>开发小程序与服务器，实现数据交互及API调用。进行初步联调，并进行外观美化。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75b12054-922b-11f0-a9b4-fed016f5f4ea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t="18971" b="18971"/>
          <a:stretch>
            <a:fillRect/>
          </a:stretch>
        </p:blipFill>
        <p:spPr>
          <a:xfrm>
            <a:off x="90678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>
          <a:xfrm>
            <a:off x="9372661" y="4089826"/>
            <a:ext cx="2020021" cy="557839"/>
          </a:xfrm>
        </p:spPr>
        <p:txBody>
          <a:bodyPr>
            <a:normAutofit fontScale="90000"/>
          </a:bodyPr>
          <a:p>
            <a:r>
              <a:rPr lang="zh-CN" altLang="en-US"/>
              <a:t>系统测试与答辩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12月联调优化，准备报告与答辩材料。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9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b613f19202fbc4d7a384052f081192b3e50fb1d"/>
  <p:tag name="KSO_WM_NEWLAYOUT_GROUP_ID" val="layout_38"/>
  <p:tag name="KSO_WM_NEWLAYOUT_ID" val="slide_ec1087826c16bdd5"/>
</p:tagLst>
</file>

<file path=ppt/tags/tag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6aa95a3003d9f6a4db839492e16140b7fa74f2"/>
  <p:tag name="KSO_WM_NEWLAYOUT_GROUP_ID" val="layout_35"/>
  <p:tag name="KSO_WM_NEWLAYOUT_ID" val="slide_b58b498f57b421c2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9c8aa120336503c81c8d2aa65fc61cc15cdfde"/>
  <p:tag name="KSO_WM_NEWLAYOUT_GROUP_ID" val="layout_27"/>
  <p:tag name="KSO_WM_NEWLAYOUT_ID" val="slide_928d7369a50b66e3"/>
</p:tagLst>
</file>

<file path=ppt/tags/tag5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a91c56c28a23a3c5c428cb778b06854b82f200"/>
  <p:tag name="KSO_WM_NEWLAYOUT_GROUP_ID" val="layout_10003"/>
  <p:tag name="KSO_WM_NEWLAYOUT_ID" val="slide_2e5f3f4c52aaa365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9fb0f108fa194c556280d205c833375cda2e05a"/>
  <p:tag name="KSO_WM_NEWLAYOUT_GROUP_ID" val="layout_10004"/>
  <p:tag name="KSO_WM_NEWLAYOUT_ID" val="slide_f218b3514126d89d"/>
</p:tagLst>
</file>

<file path=ppt/tags/tag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a66ba332e039cb97ab80eddc954add7bbcdcc5"/>
  <p:tag name="KSO_WM_NEWLAYOUT_GROUP_ID" val="layout_48"/>
  <p:tag name="KSO_WM_NEWLAYOUT_ID" val="slide_10d253ff511e52b1"/>
</p:tagLst>
</file>

<file path=ppt/tags/tag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3a40a4c8773c4e1de5a19f863ffdfe3df73bb4"/>
  <p:tag name="KSO_WM_NEWLAYOUT_GROUP_ID" val="layout_10012"/>
  <p:tag name="KSO_WM_NEWLAYOUT_ID" val="slide_1711a7a49ad709ad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0086f9d247dd4dfb23199d4f784b9fb5585da8"/>
  <p:tag name="KSO_WM_NEWLAYOUT_GROUP_ID" val="layout_10007"/>
  <p:tag name="KSO_WM_NEWLAYOUT_ID" val="slide_2faf873680021aa9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fc46d909b0d3273268c984123f304c1d729780"/>
  <p:tag name="KSO_WM_NEWLAYOUT_GROUP_ID" val="layout_26"/>
  <p:tag name="KSO_WM_NEWLAYOUT_ID" val="slide_ef948ae8003135f4"/>
</p:tagLst>
</file>

<file path=ppt/tags/tag1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617fca489efbad3a603a139d891c1bcabb2782"/>
  <p:tag name="KSO_WM_NEWLAYOUT_GROUP_ID" val="layout_59"/>
  <p:tag name="KSO_WM_NEWLAYOUT_ID" val="slide_d1f7eafcffada5ab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e662486a2fb82c3046699dd21b13422f851e3e"/>
  <p:tag name="KSO_WM_NEWLAYOUT_GROUP_ID" val="layout_63"/>
  <p:tag name="KSO_WM_NEWLAYOUT_ID" val="slide_96919410b42e99e9"/>
</p:tagLst>
</file>

<file path=ppt/tags/tag1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eb5abb154c7eaf7ab790556b36d16b54aac8651"/>
  <p:tag name="KSO_WM_NEWLAYOUT_GROUP_ID" val="layout_2"/>
  <p:tag name="KSO_WM_NEWLAYOUT_ID" val="slide_0494771ff88aefe6"/>
</p:tagLst>
</file>

<file path=ppt/tags/tag1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df50ccebf1ed354077c66a51b26dc64166a6b3"/>
  <p:tag name="KSO_WM_NEWLAYOUT_GROUP_ID" val="layout_33"/>
  <p:tag name="KSO_WM_NEWLAYOUT_ID" val="slide_34fcc7833e853e48"/>
</p:tagLst>
</file>

<file path=ppt/tags/tag1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2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8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7725469ed40d20d243a30c56ad11b00325295c"/>
  <p:tag name="KSO_WM_NEWLAYOUT_GROUP_ID" val="layout_6"/>
  <p:tag name="KSO_WM_NEWLAYOUT_ID" val="slide_981bf42e714fdd9b"/>
</p:tagLst>
</file>

<file path=ppt/tags/tag1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0cedfd21848203e6302d03fd78fb22c23e9003c"/>
  <p:tag name="KSO_WM_NEWLAYOUT_GROUP_ID" val="layout_21"/>
  <p:tag name="KSO_WM_NEWLAYOUT_ID" val="slide_1d5333ca2ad682bd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40261a1f07e17eb7d3a61aa88c06e277218b8d"/>
  <p:tag name="KSO_WM_NEWLAYOUT_GROUP_ID" val="layout_10017"/>
  <p:tag name="KSO_WM_NEWLAYOUT_ID" val="slide_b9e03dfd84c27db5"/>
</p:tagLst>
</file>

<file path=ppt/tags/tag2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9399e04069a18b77e4b56cf568a8c682745c6ad"/>
  <p:tag name="KSO_WM_NEWLAYOUT_GROUP_ID" val="layout_17"/>
  <p:tag name="KSO_WM_NEWLAYOUT_ID" val="slide_f630c1a3eb6f6cb3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ac89df7fe2633c6fec7ebadd58037bd75d5ea8"/>
  <p:tag name="KSO_WM_NEWLAYOUT_GROUP_ID" val="layout_30"/>
  <p:tag name="KSO_WM_NEWLAYOUT_ID" val="slide_21c62c51619eefee"/>
</p:tagLst>
</file>

<file path=ppt/tags/tag2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f145325eeeec7dff95f61a4487f75a9a0491b78"/>
  <p:tag name="KSO_WM_NEWLAYOUT_GROUP_ID" val="layout_62"/>
  <p:tag name="KSO_WM_NEWLAYOUT_ID" val="slide_0278004f42c7b363"/>
</p:tagLst>
</file>

<file path=ppt/tags/tag2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0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4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847e40e37e6dd7f319ce848dcef30dcac36da5"/>
  <p:tag name="KSO_WM_NEWLAYOUT_GROUP_ID" val="layout_61"/>
  <p:tag name="KSO_WM_NEWLAYOUT_ID" val="slide_1d512a589e2c0a59"/>
</p:tagLst>
</file>

<file path=ppt/tags/tag2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2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6ffc2b64f73ec0e5971129a2588c13490d1d1ed"/>
  <p:tag name="KSO_WM_NEWLAYOUT_GROUP_ID" val="layout_31"/>
  <p:tag name="KSO_WM_NEWLAYOUT_ID" val="slide_5de812628256de36"/>
</p:tagLst>
</file>

<file path=ppt/tags/tag2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57605e6237a098b17415a24e2a75fa9b3ef1ed"/>
  <p:tag name="KSO_WM_NEWLAYOUT_GROUP_ID" val="layout_34"/>
  <p:tag name="KSO_WM_NEWLAYOUT_ID" val="slide_e14bdbc4104bb9ee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3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84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67f5e7c8fb1a6519e695d9e4e9903393a882c88"/>
  <p:tag name="KSO_WM_NEWLAYOUT_GROUP_ID" val="layout_51"/>
  <p:tag name="KSO_WM_NEWLAYOUT_ID" val="slide_3caf32f083888fcf"/>
</p:tagLst>
</file>

<file path=ppt/tags/tag2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2dd58e1ca29b35c027df344cae6f5c2f48b43bf"/>
  <p:tag name="KSO_WM_NEWLAYOUT_GROUP_ID" val="layout_1-5"/>
  <p:tag name="KSO_WM_NEWLAYOUT_ID" val="slide_cea45c27deb23863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3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32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157"/>
  <p:tag name="KSO_WM_TEMPLATE_CATEGORY" val="custom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57"/>
  <p:tag name="KSO_WM_TEMPLATE_CATEGORY" val="custom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157"/>
  <p:tag name="KSO_WM_TEMPLATE_CATEGORY" val="custom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157"/>
  <p:tag name="KSO_WM_TEMPLATE_CATEGORY" val="custom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57"/>
  <p:tag name="KSO_WM_TEMPLATE_CATEGORY" val="custom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57"/>
  <p:tag name="KSO_WM_TEMPLATE_CATEGORY" val="custom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57"/>
  <p:tag name="KSO_WM_TEMPLATE_CATEGORY" val="custom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57"/>
  <p:tag name="KSO_WM_TEMPLATE_CATEGORY" val="custom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157"/>
  <p:tag name="KSO_WM_TEMPLATE_CATEGORY" val="custom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57"/>
  <p:tag name="KSO_WM_TEMPLATE_CATEGORY" val="custom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157"/>
  <p:tag name="KSO_WM_TEMPLATE_CATEGORY" val="custom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35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36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4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6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6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84d4343ec25d94a71128a05133fc66cad86a7af"/>
  <p:tag name="KSO_WM_NEWLAYOUT_ID" val="1212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67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75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37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3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8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af53cc01f42cea7ee3964489bb7634c9bd4d39"/>
  <p:tag name="KSO_WM_NEWLAYOUT_ID" val="1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9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9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4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03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3c0576c76ac09d8b00ffadf5a3dae502d7eee646"/>
  <p:tag name="KSO_WM_NEWLAYOUT_ID" val="slide_41030c1ef11493f6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</p:tagLst>
</file>

<file path=ppt/tags/tag4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</p:tagLst>
</file>

<file path=ppt/tags/tag4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</p:tagLst>
</file>

<file path=ppt/tags/tag4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</p:tagLst>
</file>

<file path=ppt/tags/tag4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</p:tagLst>
</file>

<file path=ppt/tags/tag4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</p:tagLst>
</file>

<file path=ppt/tags/tag42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</p:tagLst>
</file>

<file path=ppt/tags/tag4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</p:tagLst>
</file>

<file path=ppt/tags/tag4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1"/>
  <p:tag name="KSO_WM_UNIT_SUBTYPE" val="d"/>
  <p:tag name="KSO_WM_UNIT_TYPE" val="l_h_i"/>
</p:tagLst>
</file>

<file path=ppt/tags/tag4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4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43f9bff6bc3de7ac536b5d9753c66504f5468e0"/>
  <p:tag name="KSO_WM_NEWLAYOUT_ID" val="slide_ba60fb0293b23fda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</p:tagLst>
</file>

<file path=ppt/tags/tag43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</p:tagLst>
</file>

<file path=ppt/tags/tag43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</p:tagLst>
</file>

<file path=ppt/tags/tag4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</p:tagLst>
</file>

<file path=ppt/tags/tag44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1"/>
  <p:tag name="KSO_WM_UNIT_SUBTYPE" val="d"/>
  <p:tag name="KSO_WM_UNIT_TYPE" val="l_h_i"/>
</p:tagLst>
</file>

<file path=ppt/tags/tag44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6_1"/>
  <p:tag name="KSO_WM_UNIT_SUBTYPE" val="d"/>
  <p:tag name="KSO_WM_UNIT_TYPE" val="l_h_i"/>
</p:tagLst>
</file>

<file path=ppt/tags/tag45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4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3b904e6401cd6edddf4581d8e6ee588db1df6e"/>
  <p:tag name="KSO_WM_NEWLAYOUT_ID" val="slide_ee753d735184991a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feb2a0d06224df452da89d45af57e203f833bc"/>
  <p:tag name="KSO_WM_NEWLAYOUT_ID" val="slide_85028174430ae2b3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88363ceabc89091f463b59e729210b0dcb74ce"/>
  <p:tag name="KSO_WM_NEWLAYOUT_ID" val="slide_80cb59745bfb0578"/>
</p:tagLst>
</file>

<file path=ppt/tags/tag4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49d88049c7a011a7d55f6b75f3ac247faed13a"/>
  <p:tag name="KSO_WM_NEWLAYOUT_ID" val="slide_e07af8d2f50f820c"/>
</p:tagLst>
</file>

<file path=ppt/tags/tag4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aba675072475c6529a3845086a2ccc965ff30c"/>
  <p:tag name="KSO_WM_NEWLAYOUT_ID" val="slide_37ee34d5bf2cb691"/>
</p:tagLst>
</file>

<file path=ppt/tags/tag4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278a06f45d4a3ae419282af01a7fdbb5e8ca593"/>
  <p:tag name="KSO_WM_NEWLAYOUT_ID" val="slide_88bea64deeaaa3dc"/>
</p:tagLst>
</file>

<file path=ppt/tags/tag4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82fc4ecb7f0a7e4fc059b0240084034852541d"/>
  <p:tag name="KSO_WM_NEWLAYOUT_ID" val="slide_144e4d907e3dfd84"/>
</p:tagLst>
</file>

<file path=ppt/tags/tag4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50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57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157"/>
  <p:tag name="KSO_WM_UNIT_ISNUMDGMTITLE" val="0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1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TEMPLATE_MASTER_TYPE" val="0"/>
  <p:tag name="KSO_WM_TAG_VERSION" val="3.0"/>
</p:tagLst>
</file>

<file path=ppt/tags/tag514.xml><?xml version="1.0" encoding="utf-8"?>
<p:tagLst xmlns:p="http://schemas.openxmlformats.org/presentationml/2006/main">
  <p:tag name="KSO_WM_AITEMPLATE_STYLE_ID" val="69796632965"/>
</p:tagLst>
</file>

<file path=ppt/tags/tag515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1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84d4343ec25d94a71128a05133fc66cad86a7af"/>
  <p:tag name="KSO_WM_NEWLAYOUT_ID" val="1212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17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18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SLIDE_INDEX" val="1"/>
  <p:tag name="KSO_WM_SLIDE_ID" val="custom40490157_1"/>
  <p:tag name="KSO_WM_TEMPLATE_MASTER_TYPE" val="0"/>
  <p:tag name="KSO_WM_SLIDE_LAYOUT" val="a_f"/>
  <p:tag name="KSO_WM_SLIDE_LAYOUT_CNT" val="1_2"/>
  <p:tag name="KSO_WM_TAG_VERSION" val="3.0"/>
</p:tagLst>
</file>

<file path=ppt/tags/tag5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2dd58e1ca29b35c027df344cae6f5c2f48b43bf"/>
  <p:tag name="KSO_WM_NEWLAYOUT_GROUP_ID" val="layout_1-5"/>
  <p:tag name="KSO_WM_NEWLAYOUT_ID" val="slide_cea45c27deb23863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52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5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5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5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5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5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5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53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5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53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5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5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54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5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54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545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2965"/>
  <p:tag name="KSO_WM_TEMPLATE_SLIDE_ID" val="slide_cea45c27deb23863"/>
</p:tagLst>
</file>

<file path=ppt/tags/tag54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47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48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5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3a40a4c8773c4e1de5a19f863ffdfe3df73bb4"/>
  <p:tag name="KSO_WM_NEWLAYOUT_GROUP_ID" val="layout_10012"/>
  <p:tag name="KSO_WM_NEWLAYOUT_ID" val="slide_1711a7a49ad709ad"/>
</p:tagLst>
</file>

<file path=ppt/tags/tag5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3a40a4c8773c4e1de5a19f863ffdfe3df73bb4"/>
  <p:tag name="KSO_WM_NEWLAYOUT_GROUP_ID" val="layout_10012"/>
  <p:tag name="KSO_WM_NEWLAYOUT_ID" val="slide_1711a7a49ad709ad"/>
</p:tagLst>
</file>

<file path=ppt/tags/tag5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57605e6237a098b17415a24e2a75fa9b3ef1ed"/>
  <p:tag name="KSO_WM_NEWLAYOUT_GROUP_ID" val="layout_34"/>
  <p:tag name="KSO_WM_NEWLAYOUT_ID" val="slide_e14bdbc4104bb9ee"/>
  <p:tag name="KSO_WM_UNIT_PRESET_TEXT" val="单击此处添加标题"/>
</p:tagLst>
</file>

<file path=ppt/tags/tag5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59083003&quot;,&quot;product_name&quot;:&quot;wps-wpp-pc&quot;,&quot;intention_code&quot;:&quot;wps_wpp_generate_doc_pay&quot;}*auto_gallery_ai_v2.1.5_ONLINE*3266303335636665366161316636333633393239306539663534313661633061-slide-5"/>
</p:tagLst>
</file>

<file path=ppt/tags/tag5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891792320&quot;,&quot;product_name&quot;:&quot;wps-wpp-pc&quot;,&quot;intention_code&quot;:&quot;wps_wpp_generate_doc_pay&quot;}*auto_gallery_ai_v2.1.5_ONLINE*3266303335636665366161316636333633393239306539663534313661633061-slide-5"/>
</p:tagLst>
</file>

<file path=ppt/tags/tag5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222135234&quot;,&quot;product_name&quot;:&quot;wps-wpp-pc&quot;,&quot;intention_code&quot;:&quot;wps_wpp_generate_doc_pay&quot;}*auto_gallery_ai_v2.1.5_ONLINE*3266303335636665366161316636333633393239306539663534313661633061-slide-5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VCG41N891792320&quot;,&quot;product_name&quot;:&quot;wps-wpp-pc&quot;,&quot;intention_code&quot;:&quot;wps_wpp_generate_doc_pay&quot;}*auto_gallery_ai_v2.1.5_ONLINE*3266303335636665366161316636333633393239306539663534313661633061-slide-5"/>
</p:tagLst>
</file>

<file path=ppt/tags/tag5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6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e14bdbc4104bb9ee"/>
</p:tagLst>
</file>

<file path=ppt/tags/tag57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71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7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5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6ffc2b64f73ec0e5971129a2588c13490d1d1ed"/>
  <p:tag name="KSO_WM_NEWLAYOUT_GROUP_ID" val="layout_31"/>
  <p:tag name="KSO_WM_NEWLAYOUT_ID" val="slide_5de812628256de36"/>
  <p:tag name="KSO_WM_UNIT_PRESET_TEXT" val="单击此处添加标题"/>
</p:tagLst>
</file>

<file path=ppt/tags/tag5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&quot;,&quot;id&quot;:&quot;&quot;}*_ai_*1757937579167ff705cf5ae3e-slide-0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57937579167ff705cf5ae3e-slide-0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&quot;,&quot;id&quot;:&quot;&quot;}*_ai_*1757937579167ff705cf5ae3e-slide-0"/>
</p:tagLst>
</file>

<file path=ppt/tags/tag5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5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&quot;,&quot;id&quot;:&quot;&quot;}*_ai_*1757937579167ff705cf5ae3e-slide-0"/>
</p:tagLst>
</file>

<file path=ppt/tags/tag5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5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9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5de812628256de36"/>
</p:tagLst>
</file>

<file path=ppt/tags/tag591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92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59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5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847e40e37e6dd7f319ce848dcef30dcac36da5"/>
  <p:tag name="KSO_WM_NEWLAYOUT_GROUP_ID" val="layout_61"/>
  <p:tag name="KSO_WM_NEWLAYOUT_ID" val="slide_1d512a589e2c0a59"/>
  <p:tag name="KSO_WM_UNIT_PRESET_TEXT" val="单击此处添加标题"/>
</p:tagLst>
</file>

<file path=ppt/tags/tag5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89526c4ede2bf7ca-slide-0"/>
</p:tagLst>
</file>

<file path=ppt/tags/tag596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5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6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6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添加项标题"/>
</p:tagLst>
</file>

<file path=ppt/tags/tag6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0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1d512a589e2c0a59"/>
</p:tagLst>
</file>

<file path=ppt/tags/tag6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fc46d909b0d3273268c984123f304c1d729780"/>
  <p:tag name="KSO_WM_NEWLAYOUT_GROUP_ID" val="layout_26"/>
  <p:tag name="KSO_WM_NEWLAYOUT_ID" val="slide_ef948ae8003135f4"/>
</p:tagLst>
</file>

<file path=ppt/tags/tag6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15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16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1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6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df50ccebf1ed354077c66a51b26dc64166a6b3"/>
  <p:tag name="KSO_WM_NEWLAYOUT_GROUP_ID" val="layout_33"/>
  <p:tag name="KSO_WM_NEWLAYOUT_ID" val="slide_34fcc7833e853e48"/>
  <p:tag name="KSO_WM_UNIT_PRESET_TEXT" val="单击此处添加标题"/>
</p:tagLst>
</file>

<file path=ppt/tags/tag6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  <p:tag name="KSO_WM_UNIT_PRESET_TEXT" val="单击此处添加正文"/>
</p:tagLst>
</file>

<file path=ppt/tags/tag6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90283d79785875e0-slide-0"/>
</p:tagLst>
</file>

<file path=ppt/tags/tag62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22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6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2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2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2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3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6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3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34fcc7833e853e48"/>
</p:tagLst>
</file>

<file path=ppt/tags/tag6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eb5abb154c7eaf7ab790556b36d16b54aac8651"/>
  <p:tag name="KSO_WM_NEWLAYOUT_GROUP_ID" val="layout_2"/>
  <p:tag name="KSO_WM_NEWLAYOUT_ID" val="slide_0494771ff88aefe6"/>
  <p:tag name="KSO_WM_UNIT_PRESET_TEXT" val="单击此处添加标题"/>
</p:tagLst>
</file>

<file path=ppt/tags/tag6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35220772&quot;,&quot;product_name&quot;:&quot;wps-wpp-pc&quot;,&quot;intention_code&quot;:&quot;wps_wpp_generate_doc_pay&quot;}*auto_gallery_ai_v2.1.5_ONLINE*3266303335636665366161316636333633393239306539663534313661633061-slide-20"/>
</p:tagLst>
</file>

<file path=ppt/tags/tag6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3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579375824420979e8c2064a-slide-0"/>
</p:tagLst>
</file>

<file path=ppt/tags/tag6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0494771ff88aefe6"/>
</p:tagLst>
</file>

<file path=ppt/tags/tag64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45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46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6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e662486a2fb82c3046699dd21b13422f851e3e"/>
  <p:tag name="KSO_WM_NEWLAYOUT_GROUP_ID" val="layout_63"/>
  <p:tag name="KSO_WM_NEWLAYOUT_ID" val="slide_96919410b42e99e9"/>
  <p:tag name="KSO_WM_UNIT_PRESET_TEXT" val="单击此处添加标题"/>
</p:tagLst>
</file>

<file path=ppt/tags/tag6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911465dc6f509671-slide-0"/>
</p:tagLst>
</file>

<file path=ppt/tags/tag6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96919410b42e99e9"/>
</p:tagLst>
</file>

<file path=ppt/tags/tag6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617fca489efbad3a603a139d891c1bcabb2782"/>
  <p:tag name="KSO_WM_NEWLAYOUT_GROUP_ID" val="layout_59"/>
  <p:tag name="KSO_WM_NEWLAYOUT_ID" val="slide_d1f7eafcffada5ab"/>
  <p:tag name="KSO_WM_UNIT_PRESET_TEXT" val="单击此处添加标题"/>
</p:tagLst>
</file>

<file path=ppt/tags/tag6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17579375798349d413ec92b31-slide-0"/>
</p:tagLst>
</file>

<file path=ppt/tags/tag65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5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6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d1f7eafcffada5ab"/>
</p:tagLst>
</file>

<file path=ppt/tags/tag6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fc46d909b0d3273268c984123f304c1d729780"/>
  <p:tag name="KSO_WM_NEWLAYOUT_GROUP_ID" val="layout_26"/>
  <p:tag name="KSO_WM_NEWLAYOUT_ID" val="slide_ef948ae8003135f4"/>
  <p:tag name="KSO_WM_UNIT_PRESET_TEXT" val="单击此处添加标题"/>
</p:tagLst>
</file>

<file path=ppt/tags/tag6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&quot;,&quot;id&quot;:&quot;&quot;}*_ai_*1757937579233f70bf30d2331-slide-0"/>
</p:tagLst>
</file>

<file path=ppt/tags/tag6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57937579233f70bf30d2331-slide-0"/>
</p:tagLst>
</file>

<file path=ppt/tags/tag6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7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ef948ae8003135f4"/>
</p:tagLst>
</file>

<file path=ppt/tags/tag6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0086f9d247dd4dfb23199d4f784b9fb5585da8"/>
  <p:tag name="KSO_WM_NEWLAYOUT_GROUP_ID" val="layout_10007"/>
  <p:tag name="KSO_WM_NEWLAYOUT_ID" val="slide_2faf873680021aa9"/>
  <p:tag name="KSO_WM_UNIT_PRESET_TEXT" val="单击此处添加标题"/>
</p:tagLst>
</file>

<file path=ppt/tags/tag6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7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2faf873680021aa9"/>
</p:tagLst>
</file>

<file path=ppt/tags/tag679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80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68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6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3a40a4c8773c4e1de5a19f863ffdfe3df73bb4"/>
  <p:tag name="KSO_WM_NEWLAYOUT_GROUP_ID" val="layout_10012"/>
  <p:tag name="KSO_WM_NEWLAYOUT_ID" val="slide_1711a7a49ad709ad"/>
  <p:tag name="KSO_WM_UNIT_PRESET_TEXT" val="单击此处添加标题"/>
</p:tagLst>
</file>

<file path=ppt/tags/tag6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224031623&quot;,&quot;product_name&quot;:&quot;wps-wpp-pc&quot;,&quot;intention_code&quot;:&quot;wps_wpp_generate_doc_pay&quot;}*auto_gallery_ai_v2.1.5_ONLINE*3266303335636665366161316636333633393239306539663534313661633061-slide-27"/>
</p:tagLst>
</file>

<file path=ppt/tags/tag6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8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1711a7a49ad709ad"/>
</p:tagLst>
</file>

<file path=ppt/tags/tag6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a66ba332e039cb97ab80eddc954add7bbcdcc5"/>
  <p:tag name="KSO_WM_NEWLAYOUT_GROUP_ID" val="layout_48"/>
  <p:tag name="KSO_WM_NEWLAYOUT_ID" val="slide_10d253ff511e52b1"/>
  <p:tag name="KSO_WM_UNIT_PRESET_TEXT" val="单击此处添加标题"/>
</p:tagLst>
</file>

<file path=ppt/tags/tag6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&quot;,&quot;id&quot;:&quot;&quot;}*_ai_*175793757923902cef633e28b-slide-0"/>
</p:tagLst>
</file>

<file path=ppt/tags/tag6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5793757923902cef633e28b-slide-0"/>
</p:tagLst>
</file>

<file path=ppt/tags/tag6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9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10d253ff511e52b1"/>
</p:tagLst>
</file>

<file path=ppt/tags/tag6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a91c56c28a23a3c5c428cb778b06854b82f200"/>
  <p:tag name="KSO_WM_NEWLAYOUT_GROUP_ID" val="layout_10003"/>
  <p:tag name="KSO_WM_NEWLAYOUT_ID" val="slide_2e5f3f4c52aaa365"/>
  <p:tag name="KSO_WM_UNIT_PRESET_TEXT" val="单击此处添加标题"/>
</p:tagLst>
</file>

<file path=ppt/tags/tag7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7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7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0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965"/>
  <p:tag name="KSO_WM_TEMPLATE_SLIDE_ID" val="slide_2e5f3f4c52aaa365"/>
</p:tagLst>
</file>

<file path=ppt/tags/tag7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9fb0f108fa194c556280d205c833375cda2e05a"/>
  <p:tag name="KSO_WM_NEWLAYOUT_GROUP_ID" val="layout_10004"/>
  <p:tag name="KSO_WM_NEWLAYOUT_ID" val="slide_f218b3514126d89d"/>
  <p:tag name="KSO_WM_UNIT_PRESET_TEXT" val="单击此处添加标题"/>
</p:tagLst>
</file>

<file path=ppt/tags/tag7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7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7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7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1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f218b3514126d89d"/>
</p:tagLst>
</file>

<file path=ppt/tags/tag719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720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72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7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feb2a0d06224df452da89d45af57e203f833bc"/>
  <p:tag name="KSO_WM_NEWLAYOUT_ID" val="slide_85028174430ae2b3"/>
</p:tagLst>
</file>

<file path=ppt/tags/tag7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3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85028174430ae2b3"/>
</p:tagLst>
</file>

<file path=ppt/tags/tag7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49d88049c7a011a7d55f6b75f3ac247faed13a"/>
  <p:tag name="KSO_WM_NEWLAYOUT_ID" val="slide_e07af8d2f50f820c"/>
</p:tagLst>
</file>

<file path=ppt/tags/tag7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"/>
  <p:tag name="KSO_WM_UNIT_TYPE" val="d"/>
</p:tagLst>
</file>

<file path=ppt/tags/tag7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4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e07af8d2f50f820c"/>
</p:tagLst>
</file>

<file path=ppt/tags/tag7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82fc4ecb7f0a7e4fc059b0240084034852541d"/>
  <p:tag name="KSO_WM_NEWLAYOUT_GROUP_ID" val="layout_27"/>
  <p:tag name="KSO_WM_NEWLAYOUT_ID" val="slide_144e4d907e3dfd84"/>
  <p:tag name="KSO_WM_UNIT_PRESET_TEXT" val="单击此处添加标题"/>
</p:tagLst>
</file>

<file path=ppt/tags/tag7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7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7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7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7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5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144e4d907e3dfd84"/>
</p:tagLst>
</file>

<file path=ppt/tags/tag753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754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755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7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6aa95a3003d9f6a4db839492e16140b7fa74f2"/>
  <p:tag name="KSO_WM_NEWLAYOUT_GROUP_ID" val="layout_35"/>
  <p:tag name="KSO_WM_NEWLAYOUT_ID" val="slide_b58b498f57b421c2"/>
  <p:tag name="KSO_WM_UNIT_PRESET_TEXT" val="单击此处添加标题"/>
</p:tagLst>
</file>

<file path=ppt/tags/tag7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7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7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7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7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7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7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7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7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6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b58b498f57b421c2"/>
</p:tagLst>
</file>

<file path=ppt/tags/tag7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b613f19202fbc4d7a384052f081192b3e50fb1d"/>
  <p:tag name="KSO_WM_NEWLAYOUT_GROUP_ID" val="layout_38"/>
  <p:tag name="KSO_WM_NEWLAYOUT_ID" val="slide_ec1087826c16bdd5"/>
  <p:tag name="KSO_WM_UNIT_PRESET_TEXT" val="单击此处添加标题"/>
</p:tagLst>
</file>

<file path=ppt/tags/tag7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7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91124694&quot;,&quot;product_name&quot;:&quot;wps-wpp-pc&quot;,&quot;intention_code&quot;:&quot;wps_wpp_generate_doc_pay&quot;}*auto_gallery_ai_v2.1.5_ONLINE*3266303335636665366161316636333633393239306539663534313661633061-slide-35"/>
</p:tagLst>
</file>

<file path=ppt/tags/tag7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7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04762439&quot;,&quot;product_name&quot;:&quot;wps-wpp-pc&quot;,&quot;intention_code&quot;:&quot;wps_wpp_generate_doc_pay&quot;}*auto_gallery_ai_v2.1.5_ONLINE*3266303335636665366161316636333633393239306539663534313661633061-slide-35"/>
</p:tagLst>
</file>

<file path=ppt/tags/tag7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7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029141642&quot;,&quot;product_name&quot;:&quot;wps-wpp-pc&quot;,&quot;intention_code&quot;:&quot;wps_wpp_generate_doc_pay&quot;}*auto_gallery_ai_v2.1.5_ONLINE*3266303335636665366161316636333633393239306539663534313661633061-slide-35"/>
</p:tagLst>
</file>

<file path=ppt/tags/tag7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7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7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VCG41N1313351878&quot;,&quot;product_name&quot;:&quot;wps-wpp-pc&quot;,&quot;intention_code&quot;:&quot;wps_wpp_generate_doc_pay&quot;}*auto_gallery_ai_v2.1.5_ONLINE*3266303335636665366161316636333633393239306539663534313661633061-slide-35"/>
</p:tagLst>
</file>

<file path=ppt/tags/tag7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7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78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ec1087826c16bdd5"/>
</p:tagLst>
</file>

<file path=ppt/tags/tag788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789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79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157"/>
  <p:tag name="KSO_WM_TEMPLATE_CATEGORY" val="custom"/>
  <p:tag name="KSO_WM_SLIDE_INDEX" val="5"/>
  <p:tag name="KSO_WM_SLIDE_ID" val="custom40490157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3234</Words>
  <Application>WPS Office WWO_wpscloud_20250904173343-5eb13ec068</Application>
  <PresentationFormat>宽屏</PresentationFormat>
  <Paragraphs>423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汉仪旗黑KW 55S</vt:lpstr>
      <vt:lpstr>MiSans</vt:lpstr>
      <vt:lpstr>汉仪书宋二KW</vt:lpstr>
      <vt:lpstr>Kingsoft Confetti</vt:lpstr>
      <vt:lpstr>Office 主题</vt:lpstr>
      <vt:lpstr>渐变胶囊简约风</vt:lpstr>
      <vt:lpstr>电子线路课程设计可行性报告课题名称：基于ESP32 与LM386的智能药箱系统设计</vt:lpstr>
      <vt:lpstr>目录</vt:lpstr>
      <vt:lpstr>系统概述、设计思路</vt:lpstr>
      <vt:lpstr>PowerPoint 演示文稿</vt:lpstr>
      <vt:lpstr>系统框图设计</vt:lpstr>
      <vt:lpstr>系统设计思路与框架</vt:lpstr>
      <vt:lpstr>系统组成与工作原理</vt:lpstr>
      <vt:lpstr>系统功能与工作原理</vt:lpstr>
      <vt:lpstr>单元电路的设计与分析</vt:lpstr>
      <vt:lpstr>LM386的音频功放设计</vt:lpstr>
      <vt:lpstr>PowerPoint 演示文稿</vt:lpstr>
      <vt:lpstr>设计的难点和可能出现的问题</vt:lpstr>
      <vt:lpstr>供电电路的设计</vt:lpstr>
      <vt:lpstr>ESP32与小程序的对接</vt:lpstr>
      <vt:lpstr>预期达到的性能指标</vt:lpstr>
      <vt:lpstr>用药提醒机制</vt:lpstr>
      <vt:lpstr>用药记录追踪</vt:lpstr>
      <vt:lpstr>远程健康保障</vt:lpstr>
      <vt:lpstr>直观显示信息</vt:lpstr>
      <vt:lpstr>课题中独立设计部分介绍</vt:lpstr>
      <vt:lpstr>应用场景与目标</vt:lpstr>
      <vt:lpstr>设计特色与个性化服务</vt:lpstr>
      <vt:lpstr>电路连接与供电方案</vt:lpstr>
      <vt:lpstr>创新设计亮点</vt:lpstr>
      <vt:lpstr>外观设计</vt:lpstr>
      <vt:lpstr>PowerPoint 演示文稿</vt:lpstr>
      <vt:lpstr>市场调研--竞品分析</vt:lpstr>
      <vt:lpstr>外观结构设计</vt:lpstr>
      <vt:lpstr>人员分工与进度安排</vt:lpstr>
      <vt:lpstr>团队分工明细</vt:lpstr>
      <vt:lpstr>项目进度安排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电子线路课程设计可行性报告课题名称：基于ESP32 与LM386的智能药箱系统设计</dc:title>
  <dc:creator/>
  <cp:lastModifiedBy/>
  <dcterms:created xsi:type="dcterms:W3CDTF">2025-09-17T10:14:00Z</dcterms:created>
  <dcterms:modified xsi:type="dcterms:W3CDTF">2025-09-17T10:14:00Z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2052-12.9.0.22637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v1.0_ai_69796632965</vt:lpwstr>
  </property>
</Properties>
</file>