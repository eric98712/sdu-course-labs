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64" r:id="rId8"/>
    <p:sldId id="297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1" Type="http://schemas.openxmlformats.org/officeDocument/2006/relationships/tags" Target="../tags/tag260.xml"/><Relationship Id="rId20" Type="http://schemas.openxmlformats.org/officeDocument/2006/relationships/tags" Target="../tags/tag259.xml"/><Relationship Id="rId2" Type="http://schemas.openxmlformats.org/officeDocument/2006/relationships/tags" Target="../tags/tag241.xml"/><Relationship Id="rId19" Type="http://schemas.openxmlformats.org/officeDocument/2006/relationships/tags" Target="../tags/tag25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1" Type="http://schemas.openxmlformats.org/officeDocument/2006/relationships/tags" Target="../tags/tag315.xml"/><Relationship Id="rId20" Type="http://schemas.openxmlformats.org/officeDocument/2006/relationships/tags" Target="../tags/tag314.xml"/><Relationship Id="rId2" Type="http://schemas.openxmlformats.org/officeDocument/2006/relationships/tags" Target="../tags/tag296.xml"/><Relationship Id="rId19" Type="http://schemas.openxmlformats.org/officeDocument/2006/relationships/tags" Target="../tags/tag313.xml"/><Relationship Id="rId18" Type="http://schemas.openxmlformats.org/officeDocument/2006/relationships/tags" Target="../tags/tag312.xml"/><Relationship Id="rId17" Type="http://schemas.openxmlformats.org/officeDocument/2006/relationships/tags" Target="../tags/tag311.xml"/><Relationship Id="rId16" Type="http://schemas.openxmlformats.org/officeDocument/2006/relationships/tags" Target="../tags/tag310.xml"/><Relationship Id="rId15" Type="http://schemas.openxmlformats.org/officeDocument/2006/relationships/tags" Target="../tags/tag309.xml"/><Relationship Id="rId14" Type="http://schemas.openxmlformats.org/officeDocument/2006/relationships/tags" Target="../tags/tag308.xml"/><Relationship Id="rId13" Type="http://schemas.openxmlformats.org/officeDocument/2006/relationships/tags" Target="../tags/tag307.xml"/><Relationship Id="rId12" Type="http://schemas.openxmlformats.org/officeDocument/2006/relationships/tags" Target="../tags/tag306.xml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tags" Target="../tags/tag381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0" Type="http://schemas.openxmlformats.org/officeDocument/2006/relationships/tags" Target="../tags/tag384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8" Type="http://schemas.openxmlformats.org/officeDocument/2006/relationships/tags" Target="../tags/tag401.xml"/><Relationship Id="rId17" Type="http://schemas.openxmlformats.org/officeDocument/2006/relationships/tags" Target="../tags/tag400.xml"/><Relationship Id="rId16" Type="http://schemas.openxmlformats.org/officeDocument/2006/relationships/tags" Target="../tags/tag399.xml"/><Relationship Id="rId15" Type="http://schemas.openxmlformats.org/officeDocument/2006/relationships/tags" Target="../tags/tag398.xml"/><Relationship Id="rId14" Type="http://schemas.openxmlformats.org/officeDocument/2006/relationships/tags" Target="../tags/tag397.xml"/><Relationship Id="rId13" Type="http://schemas.openxmlformats.org/officeDocument/2006/relationships/tags" Target="../tags/tag396.xml"/><Relationship Id="rId12" Type="http://schemas.openxmlformats.org/officeDocument/2006/relationships/tags" Target="../tags/tag395.xml"/><Relationship Id="rId11" Type="http://schemas.openxmlformats.org/officeDocument/2006/relationships/tags" Target="../tags/tag394.xml"/><Relationship Id="rId10" Type="http://schemas.openxmlformats.org/officeDocument/2006/relationships/tags" Target="../tags/tag39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2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7338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7338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5532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5532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3726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3726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35179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35052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4135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64008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64008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3091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92964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92964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572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35052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7528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5052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5052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4008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66484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64008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64008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92964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95440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92964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92964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34290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7338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2"/>
            </p:custDataLst>
          </p:nvPr>
        </p:nvSpPr>
        <p:spPr>
          <a:xfrm>
            <a:off x="62484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5532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0678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3726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74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1336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14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6736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7846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38608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419600"/>
            <a:ext cx="31623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38608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4419600"/>
            <a:ext cx="31623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11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4165600" y="15240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470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470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标上右内下右图-装饰左-默认位置-并列-33_67_group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7"/>
            </p:custDataLst>
          </p:nvPr>
        </p:nvSpPr>
        <p:spPr>
          <a:xfrm>
            <a:off x="4648200" y="3962400"/>
            <a:ext cx="6934200" cy="2286000"/>
          </a:xfrm>
          <a:custGeom>
            <a:avLst/>
            <a:gdLst>
              <a:gd name="connisteX0" fmla="*/ 0 w 6934200"/>
              <a:gd name="connsiteY0" fmla="*/ 203200 h 2286000"/>
              <a:gd name="connisteX1" fmla="*/ 203200 w 6934200"/>
              <a:gd name="connsiteY1" fmla="*/ 0 h 2286000"/>
              <a:gd name="connisteX2" fmla="*/ 6731000 w 6934200"/>
              <a:gd name="connsiteY2" fmla="*/ 0 h 2286000"/>
              <a:gd name="connisteX3" fmla="*/ 6934200 w 6934200"/>
              <a:gd name="connsiteY3" fmla="*/ 203200 h 2286000"/>
              <a:gd name="connisteX4" fmla="*/ 6934200 w 6934200"/>
              <a:gd name="connsiteY4" fmla="*/ 2082800 h 2286000"/>
              <a:gd name="connisteX5" fmla="*/ 6731000 w 6934200"/>
              <a:gd name="connsiteY5" fmla="*/ 2286000 h 2286000"/>
              <a:gd name="connisteX6" fmla="*/ 203200 w 6934200"/>
              <a:gd name="connsiteY6" fmla="*/ 2286000 h 2286000"/>
              <a:gd name="connisteX7" fmla="*/ 0 w 6934200"/>
              <a:gd name="connsiteY7" fmla="*/ 2082800 h 2286000"/>
              <a:gd name="connisteX8" fmla="*/ 0 w 69342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082800"/>
                </a:lnTo>
                <a:cubicBezTo>
                  <a:pt x="6934200" y="2195024"/>
                  <a:pt x="6843224" y="2286000"/>
                  <a:pt x="67310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648200" y="685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4790440" y="828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461000" y="6096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61000" y="10668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4648200" y="17526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6" hasCustomPrompt="1"/>
            <p:custDataLst>
              <p:tags r:id="rId13"/>
            </p:custDataLst>
          </p:nvPr>
        </p:nvSpPr>
        <p:spPr>
          <a:xfrm>
            <a:off x="4790440" y="18948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461000" y="16764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5461000" y="21336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4648200" y="2819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8" hasCustomPrompt="1"/>
            <p:custDataLst>
              <p:tags r:id="rId17"/>
            </p:custDataLst>
          </p:nvPr>
        </p:nvSpPr>
        <p:spPr>
          <a:xfrm>
            <a:off x="4790440" y="2961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5461000" y="27432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5461000" y="32004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09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114800"/>
            <a:ext cx="6172200" cy="2133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1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705600" y="2057400"/>
            <a:ext cx="4876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87" hasCustomPrompt="1"/>
            <p:custDataLst>
              <p:tags r:id="rId7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7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3200400"/>
            <a:ext cx="10972800" cy="3048000"/>
          </a:xfrm>
          <a:custGeom>
            <a:avLst/>
            <a:gdLst>
              <a:gd name="connisteX0" fmla="*/ 0 w 10972800"/>
              <a:gd name="connsiteY0" fmla="*/ 203200 h 3048000"/>
              <a:gd name="connisteX1" fmla="*/ 203200 w 10972800"/>
              <a:gd name="connsiteY1" fmla="*/ 0 h 3048000"/>
              <a:gd name="connisteX2" fmla="*/ 10769600 w 10972800"/>
              <a:gd name="connsiteY2" fmla="*/ 0 h 3048000"/>
              <a:gd name="connisteX3" fmla="*/ 10972800 w 10972800"/>
              <a:gd name="connsiteY3" fmla="*/ 203200 h 3048000"/>
              <a:gd name="connisteX4" fmla="*/ 10972800 w 10972800"/>
              <a:gd name="connsiteY4" fmla="*/ 2844800 h 3048000"/>
              <a:gd name="connisteX5" fmla="*/ 10769600 w 10972800"/>
              <a:gd name="connsiteY5" fmla="*/ 3048000 h 3048000"/>
              <a:gd name="connisteX6" fmla="*/ 203200 w 10972800"/>
              <a:gd name="connsiteY6" fmla="*/ 3048000 h 3048000"/>
              <a:gd name="connisteX7" fmla="*/ 0 w 10972800"/>
              <a:gd name="connsiteY7" fmla="*/ 2844800 h 3048000"/>
              <a:gd name="connisteX8" fmla="*/ 0 w 10972800"/>
              <a:gd name="connsiteY8" fmla="*/ 203200 h 304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4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44800"/>
                </a:lnTo>
                <a:cubicBezTo>
                  <a:pt x="10972800" y="2957024"/>
                  <a:pt x="10881824" y="3048000"/>
                  <a:pt x="10769600" y="3048000"/>
                </a:cubicBezTo>
                <a:lnTo>
                  <a:pt x="203200" y="3048000"/>
                </a:lnTo>
                <a:cubicBezTo>
                  <a:pt x="90976" y="3048000"/>
                  <a:pt x="0" y="2957024"/>
                  <a:pt x="0" y="2844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1524000"/>
            <a:ext cx="1097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7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828800" y="2133600"/>
            <a:ext cx="853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828800" y="2895600"/>
            <a:ext cx="853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5257800" y="5638800"/>
            <a:ext cx="50800" cy="609600"/>
          </a:xfrm>
          <a:custGeom>
            <a:avLst/>
            <a:gdLst>
              <a:gd name="connisteX0" fmla="*/ 0 w 50800"/>
              <a:gd name="connsiteY0" fmla="*/ 25400 h 609600"/>
              <a:gd name="connisteX1" fmla="*/ 25400 w 50800"/>
              <a:gd name="connsiteY1" fmla="*/ 0 h 609600"/>
              <a:gd name="connisteX2" fmla="*/ 25400 w 50800"/>
              <a:gd name="connsiteY2" fmla="*/ 0 h 609600"/>
              <a:gd name="connisteX3" fmla="*/ 50800 w 50800"/>
              <a:gd name="connsiteY3" fmla="*/ 25400 h 609600"/>
              <a:gd name="connisteX4" fmla="*/ 50800 w 50800"/>
              <a:gd name="connsiteY4" fmla="*/ 584200 h 609600"/>
              <a:gd name="connisteX5" fmla="*/ 25400 w 50800"/>
              <a:gd name="connsiteY5" fmla="*/ 609600 h 609600"/>
              <a:gd name="connisteX6" fmla="*/ 25400 w 50800"/>
              <a:gd name="connsiteY6" fmla="*/ 609600 h 609600"/>
              <a:gd name="connisteX7" fmla="*/ 0 w 50800"/>
              <a:gd name="connsiteY7" fmla="*/ 584200 h 609600"/>
              <a:gd name="connisteX8" fmla="*/ 0 w 50800"/>
              <a:gd name="connsiteY8" fmla="*/ 254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609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584200"/>
                </a:lnTo>
                <a:cubicBezTo>
                  <a:pt x="50800" y="598228"/>
                  <a:pt x="39428" y="609600"/>
                  <a:pt x="25400" y="609600"/>
                </a:cubicBezTo>
                <a:lnTo>
                  <a:pt x="25400" y="609600"/>
                </a:lnTo>
                <a:cubicBezTo>
                  <a:pt x="11372" y="609600"/>
                  <a:pt x="0" y="598228"/>
                  <a:pt x="0" y="584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左标上右内下图-装饰无-默认位置-并列-62_1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4114800"/>
            <a:ext cx="10972800" cy="2133600"/>
          </a:xfrm>
          <a:custGeom>
            <a:avLst/>
            <a:gdLst>
              <a:gd name="connisteX0" fmla="*/ 0 w 10972800"/>
              <a:gd name="connsiteY0" fmla="*/ 203200 h 2133600"/>
              <a:gd name="connisteX1" fmla="*/ 203200 w 10972800"/>
              <a:gd name="connsiteY1" fmla="*/ 0 h 2133600"/>
              <a:gd name="connisteX2" fmla="*/ 10769600 w 10972800"/>
              <a:gd name="connsiteY2" fmla="*/ 0 h 2133600"/>
              <a:gd name="connisteX3" fmla="*/ 10972800 w 10972800"/>
              <a:gd name="connsiteY3" fmla="*/ 203200 h 2133600"/>
              <a:gd name="connisteX4" fmla="*/ 10972800 w 10972800"/>
              <a:gd name="connsiteY4" fmla="*/ 1930400 h 2133600"/>
              <a:gd name="connisteX5" fmla="*/ 10769600 w 10972800"/>
              <a:gd name="connsiteY5" fmla="*/ 2133600 h 2133600"/>
              <a:gd name="connisteX6" fmla="*/ 203200 w 10972800"/>
              <a:gd name="connsiteY6" fmla="*/ 2133600 h 2133600"/>
              <a:gd name="connisteX7" fmla="*/ 0 w 10972800"/>
              <a:gd name="connsiteY7" fmla="*/ 1930400 h 2133600"/>
              <a:gd name="connisteX8" fmla="*/ 0 w 10972800"/>
              <a:gd name="connsiteY8" fmla="*/ 2032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3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30400"/>
                </a:lnTo>
                <a:cubicBezTo>
                  <a:pt x="10972800" y="2042624"/>
                  <a:pt x="10881824" y="2133600"/>
                  <a:pt x="10769600" y="2133600"/>
                </a:cubicBezTo>
                <a:lnTo>
                  <a:pt x="203200" y="2133600"/>
                </a:lnTo>
                <a:cubicBezTo>
                  <a:pt x="90976" y="2133600"/>
                  <a:pt x="0" y="2042624"/>
                  <a:pt x="0" y="193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6096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4826000" y="7874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613400" y="6096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613400" y="10668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648200" y="22860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4826000" y="24638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5613400" y="22860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613400" y="27432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4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5339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5339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5339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5339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990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3886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5052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5052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781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008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677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2964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2964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835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" name="矩形: 圆顶角 12"/>
          <p:cNvSpPr/>
          <p:nvPr userDrawn="1">
            <p:custDataLst>
              <p:tags r:id="rId9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7826049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7826561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7826305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7826049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8" Type="http://schemas.openxmlformats.org/officeDocument/2006/relationships/theme" Target="../theme/theme2.xml"/><Relationship Id="rId47" Type="http://schemas.openxmlformats.org/officeDocument/2006/relationships/tags" Target="../tags/tag410.xml"/><Relationship Id="rId46" Type="http://schemas.openxmlformats.org/officeDocument/2006/relationships/tags" Target="../tags/tag409.xml"/><Relationship Id="rId45" Type="http://schemas.openxmlformats.org/officeDocument/2006/relationships/tags" Target="../tags/tag408.xml"/><Relationship Id="rId44" Type="http://schemas.openxmlformats.org/officeDocument/2006/relationships/tags" Target="../tags/tag407.xml"/><Relationship Id="rId43" Type="http://schemas.openxmlformats.org/officeDocument/2006/relationships/tags" Target="../tags/tag406.xml"/><Relationship Id="rId42" Type="http://schemas.openxmlformats.org/officeDocument/2006/relationships/tags" Target="../tags/tag405.xml"/><Relationship Id="rId41" Type="http://schemas.openxmlformats.org/officeDocument/2006/relationships/tags" Target="../tags/tag404.xml"/><Relationship Id="rId40" Type="http://schemas.openxmlformats.org/officeDocument/2006/relationships/tags" Target="../tags/tag403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402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9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0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tags" Target="../tags/tag41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9" Type="http://schemas.openxmlformats.org/officeDocument/2006/relationships/slideLayout" Target="../slideLayouts/slideLayout36.xml"/><Relationship Id="rId18" Type="http://schemas.openxmlformats.org/officeDocument/2006/relationships/tags" Target="../tags/tag432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1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9" Type="http://schemas.openxmlformats.org/officeDocument/2006/relationships/slideLayout" Target="../slideLayouts/slideLayout36.xml"/><Relationship Id="rId18" Type="http://schemas.openxmlformats.org/officeDocument/2006/relationships/tags" Target="../tags/tag450.xml"/><Relationship Id="rId17" Type="http://schemas.openxmlformats.org/officeDocument/2006/relationships/tags" Target="../tags/tag449.xml"/><Relationship Id="rId16" Type="http://schemas.openxmlformats.org/officeDocument/2006/relationships/tags" Target="../tags/tag448.xml"/><Relationship Id="rId15" Type="http://schemas.openxmlformats.org/officeDocument/2006/relationships/tags" Target="../tags/tag447.xml"/><Relationship Id="rId14" Type="http://schemas.openxmlformats.org/officeDocument/2006/relationships/tags" Target="../tags/tag446.xml"/><Relationship Id="rId13" Type="http://schemas.openxmlformats.org/officeDocument/2006/relationships/tags" Target="../tags/tag445.xml"/><Relationship Id="rId12" Type="http://schemas.openxmlformats.org/officeDocument/2006/relationships/tags" Target="../tags/tag444.xml"/><Relationship Id="rId11" Type="http://schemas.openxmlformats.org/officeDocument/2006/relationships/tags" Target="../tags/tag443.xml"/><Relationship Id="rId10" Type="http://schemas.openxmlformats.org/officeDocument/2006/relationships/tags" Target="../tags/tag442.xml"/><Relationship Id="rId1" Type="http://schemas.openxmlformats.org/officeDocument/2006/relationships/tags" Target="../tags/tag4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image" Target="../media/image1.png"/><Relationship Id="rId2" Type="http://schemas.openxmlformats.org/officeDocument/2006/relationships/tags" Target="../tags/tag452.xml"/><Relationship Id="rId11" Type="http://schemas.openxmlformats.org/officeDocument/2006/relationships/slideLayout" Target="../slideLayouts/slideLayout35.xml"/><Relationship Id="rId10" Type="http://schemas.openxmlformats.org/officeDocument/2006/relationships/tags" Target="../tags/tag459.xml"/><Relationship Id="rId1" Type="http://schemas.openxmlformats.org/officeDocument/2006/relationships/tags" Target="../tags/tag45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9.xml"/><Relationship Id="rId8" Type="http://schemas.openxmlformats.org/officeDocument/2006/relationships/tags" Target="../tags/tag468.xml"/><Relationship Id="rId7" Type="http://schemas.openxmlformats.org/officeDocument/2006/relationships/image" Target="../media/image3.jpeg"/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4" Type="http://schemas.openxmlformats.org/officeDocument/2006/relationships/tags" Target="../tags/tag465.xml"/><Relationship Id="rId3" Type="http://schemas.openxmlformats.org/officeDocument/2006/relationships/image" Target="../media/image2.jpeg"/><Relationship Id="rId2" Type="http://schemas.openxmlformats.org/officeDocument/2006/relationships/tags" Target="../tags/tag464.xml"/><Relationship Id="rId18" Type="http://schemas.openxmlformats.org/officeDocument/2006/relationships/slideLayout" Target="../slideLayouts/slideLayout33.xml"/><Relationship Id="rId17" Type="http://schemas.openxmlformats.org/officeDocument/2006/relationships/tags" Target="../tags/tag476.xml"/><Relationship Id="rId16" Type="http://schemas.openxmlformats.org/officeDocument/2006/relationships/tags" Target="../tags/tag475.xml"/><Relationship Id="rId15" Type="http://schemas.openxmlformats.org/officeDocument/2006/relationships/tags" Target="../tags/tag474.xml"/><Relationship Id="rId14" Type="http://schemas.openxmlformats.org/officeDocument/2006/relationships/tags" Target="../tags/tag473.xml"/><Relationship Id="rId13" Type="http://schemas.openxmlformats.org/officeDocument/2006/relationships/tags" Target="../tags/tag472.xml"/><Relationship Id="rId12" Type="http://schemas.openxmlformats.org/officeDocument/2006/relationships/tags" Target="../tags/tag471.xml"/><Relationship Id="rId11" Type="http://schemas.openxmlformats.org/officeDocument/2006/relationships/image" Target="../media/image4.jpeg"/><Relationship Id="rId10" Type="http://schemas.openxmlformats.org/officeDocument/2006/relationships/tags" Target="../tags/tag470.xml"/><Relationship Id="rId1" Type="http://schemas.openxmlformats.org/officeDocument/2006/relationships/tags" Target="../tags/tag46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tags" Target="../tags/tag47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image" Target="../media/image1.png"/><Relationship Id="rId3" Type="http://schemas.openxmlformats.org/officeDocument/2006/relationships/tags" Target="../tags/tag482.xml"/><Relationship Id="rId23" Type="http://schemas.openxmlformats.org/officeDocument/2006/relationships/slideLayout" Target="../slideLayouts/slideLayout32.xml"/><Relationship Id="rId22" Type="http://schemas.openxmlformats.org/officeDocument/2006/relationships/tags" Target="../tags/tag497.xml"/><Relationship Id="rId21" Type="http://schemas.openxmlformats.org/officeDocument/2006/relationships/tags" Target="../tags/tag496.xml"/><Relationship Id="rId20" Type="http://schemas.openxmlformats.org/officeDocument/2006/relationships/tags" Target="../tags/tag495.xml"/><Relationship Id="rId2" Type="http://schemas.openxmlformats.org/officeDocument/2006/relationships/tags" Target="../tags/tag481.xml"/><Relationship Id="rId19" Type="http://schemas.openxmlformats.org/officeDocument/2006/relationships/image" Target="../media/image7.png"/><Relationship Id="rId18" Type="http://schemas.openxmlformats.org/officeDocument/2006/relationships/tags" Target="../tags/tag494.xml"/><Relationship Id="rId17" Type="http://schemas.openxmlformats.org/officeDocument/2006/relationships/tags" Target="../tags/tag493.xml"/><Relationship Id="rId16" Type="http://schemas.openxmlformats.org/officeDocument/2006/relationships/tags" Target="../tags/tag492.xml"/><Relationship Id="rId15" Type="http://schemas.openxmlformats.org/officeDocument/2006/relationships/tags" Target="../tags/tag491.xml"/><Relationship Id="rId14" Type="http://schemas.openxmlformats.org/officeDocument/2006/relationships/image" Target="../media/image6.png"/><Relationship Id="rId13" Type="http://schemas.openxmlformats.org/officeDocument/2006/relationships/tags" Target="../tags/tag490.xml"/><Relationship Id="rId12" Type="http://schemas.openxmlformats.org/officeDocument/2006/relationships/tags" Target="../tags/tag48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tags" Target="../tags/tag48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tags" Target="../tags/tag49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08.xml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tags" Target="../tags/tag505.xml"/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image" Target="../media/image8.png"/><Relationship Id="rId2" Type="http://schemas.openxmlformats.org/officeDocument/2006/relationships/tags" Target="../tags/tag502.xml"/><Relationship Id="rId14" Type="http://schemas.openxmlformats.org/officeDocument/2006/relationships/slideLayout" Target="../slideLayouts/slideLayout31.xml"/><Relationship Id="rId13" Type="http://schemas.openxmlformats.org/officeDocument/2006/relationships/tags" Target="../tags/tag512.xml"/><Relationship Id="rId12" Type="http://schemas.openxmlformats.org/officeDocument/2006/relationships/tags" Target="../tags/tag511.xml"/><Relationship Id="rId11" Type="http://schemas.openxmlformats.org/officeDocument/2006/relationships/tags" Target="../tags/tag510.xml"/><Relationship Id="rId10" Type="http://schemas.openxmlformats.org/officeDocument/2006/relationships/tags" Target="../tags/tag509.xml"/><Relationship Id="rId1" Type="http://schemas.openxmlformats.org/officeDocument/2006/relationships/tags" Target="../tags/tag50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18.xml"/><Relationship Id="rId8" Type="http://schemas.openxmlformats.org/officeDocument/2006/relationships/tags" Target="../tags/tag51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image" Target="../media/image9.png"/><Relationship Id="rId2" Type="http://schemas.openxmlformats.org/officeDocument/2006/relationships/tags" Target="../tags/tag514.xml"/><Relationship Id="rId17" Type="http://schemas.openxmlformats.org/officeDocument/2006/relationships/slideLayout" Target="../slideLayouts/slideLayout30.xml"/><Relationship Id="rId16" Type="http://schemas.openxmlformats.org/officeDocument/2006/relationships/tags" Target="../tags/tag523.xml"/><Relationship Id="rId15" Type="http://schemas.openxmlformats.org/officeDocument/2006/relationships/tags" Target="../tags/tag522.xml"/><Relationship Id="rId14" Type="http://schemas.openxmlformats.org/officeDocument/2006/relationships/tags" Target="../tags/tag521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tags" Target="../tags/tag520.xml"/><Relationship Id="rId10" Type="http://schemas.openxmlformats.org/officeDocument/2006/relationships/tags" Target="../tags/tag519.xml"/><Relationship Id="rId1" Type="http://schemas.openxmlformats.org/officeDocument/2006/relationships/tags" Target="../tags/tag5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" Type="http://schemas.openxmlformats.org/officeDocument/2006/relationships/tags" Target="../tags/tag52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tags" Target="../tags/tag531.xml"/><Relationship Id="rId5" Type="http://schemas.openxmlformats.org/officeDocument/2006/relationships/tags" Target="../tags/tag530.xml"/><Relationship Id="rId4" Type="http://schemas.openxmlformats.org/officeDocument/2006/relationships/tags" Target="../tags/tag529.xml"/><Relationship Id="rId3" Type="http://schemas.openxmlformats.org/officeDocument/2006/relationships/image" Target="../media/image14.jpeg"/><Relationship Id="rId2" Type="http://schemas.openxmlformats.org/officeDocument/2006/relationships/tags" Target="../tags/tag528.xml"/><Relationship Id="rId1" Type="http://schemas.openxmlformats.org/officeDocument/2006/relationships/tags" Target="../tags/tag52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tags" Target="../tags/tag53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7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image" Target="../media/image15.png"/><Relationship Id="rId2" Type="http://schemas.openxmlformats.org/officeDocument/2006/relationships/tags" Target="../tags/tag536.xml"/><Relationship Id="rId1" Type="http://schemas.openxmlformats.org/officeDocument/2006/relationships/tags" Target="../tags/tag53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6.xml"/><Relationship Id="rId5" Type="http://schemas.openxmlformats.org/officeDocument/2006/relationships/tags" Target="../tags/tag542.xml"/><Relationship Id="rId4" Type="http://schemas.openxmlformats.org/officeDocument/2006/relationships/image" Target="../media/image16.jpeg"/><Relationship Id="rId3" Type="http://schemas.openxmlformats.org/officeDocument/2006/relationships/tags" Target="../tags/tag541.xml"/><Relationship Id="rId2" Type="http://schemas.openxmlformats.org/officeDocument/2006/relationships/tags" Target="../tags/tag540.xml"/><Relationship Id="rId1" Type="http://schemas.openxmlformats.org/officeDocument/2006/relationships/tags" Target="../tags/tag53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" Type="http://schemas.openxmlformats.org/officeDocument/2006/relationships/tags" Target="../tags/tag54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5.xml"/><Relationship Id="rId6" Type="http://schemas.openxmlformats.org/officeDocument/2006/relationships/tags" Target="../tags/tag550.xml"/><Relationship Id="rId5" Type="http://schemas.openxmlformats.org/officeDocument/2006/relationships/tags" Target="../tags/tag549.xml"/><Relationship Id="rId4" Type="http://schemas.openxmlformats.org/officeDocument/2006/relationships/tags" Target="../tags/tag548.xml"/><Relationship Id="rId3" Type="http://schemas.openxmlformats.org/officeDocument/2006/relationships/image" Target="../media/image17.jpeg"/><Relationship Id="rId2" Type="http://schemas.openxmlformats.org/officeDocument/2006/relationships/tags" Target="../tags/tag547.xml"/><Relationship Id="rId1" Type="http://schemas.openxmlformats.org/officeDocument/2006/relationships/tags" Target="../tags/tag54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" Type="http://schemas.openxmlformats.org/officeDocument/2006/relationships/tags" Target="../tags/tag55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59.xml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tags" Target="../tags/tag558.xml"/><Relationship Id="rId5" Type="http://schemas.openxmlformats.org/officeDocument/2006/relationships/tags" Target="../tags/tag557.xml"/><Relationship Id="rId4" Type="http://schemas.openxmlformats.org/officeDocument/2006/relationships/image" Target="../media/image15.png"/><Relationship Id="rId3" Type="http://schemas.openxmlformats.org/officeDocument/2006/relationships/tags" Target="../tags/tag556.xml"/><Relationship Id="rId24" Type="http://schemas.openxmlformats.org/officeDocument/2006/relationships/slideLayout" Target="../slideLayouts/slideLayout24.xml"/><Relationship Id="rId23" Type="http://schemas.openxmlformats.org/officeDocument/2006/relationships/tags" Target="../tags/tag569.xml"/><Relationship Id="rId22" Type="http://schemas.openxmlformats.org/officeDocument/2006/relationships/tags" Target="../tags/tag568.xml"/><Relationship Id="rId21" Type="http://schemas.openxmlformats.org/officeDocument/2006/relationships/tags" Target="../tags/tag567.xml"/><Relationship Id="rId20" Type="http://schemas.openxmlformats.org/officeDocument/2006/relationships/image" Target="../media/image19.svg"/><Relationship Id="rId2" Type="http://schemas.openxmlformats.org/officeDocument/2006/relationships/tags" Target="../tags/tag555.xml"/><Relationship Id="rId19" Type="http://schemas.openxmlformats.org/officeDocument/2006/relationships/image" Target="../media/image18.png"/><Relationship Id="rId18" Type="http://schemas.openxmlformats.org/officeDocument/2006/relationships/tags" Target="../tags/tag566.xml"/><Relationship Id="rId17" Type="http://schemas.openxmlformats.org/officeDocument/2006/relationships/tags" Target="../tags/tag565.xml"/><Relationship Id="rId16" Type="http://schemas.openxmlformats.org/officeDocument/2006/relationships/tags" Target="../tags/tag564.xml"/><Relationship Id="rId15" Type="http://schemas.openxmlformats.org/officeDocument/2006/relationships/tags" Target="../tags/tag563.xml"/><Relationship Id="rId14" Type="http://schemas.openxmlformats.org/officeDocument/2006/relationships/image" Target="../media/image13.svg"/><Relationship Id="rId13" Type="http://schemas.openxmlformats.org/officeDocument/2006/relationships/image" Target="../media/image12.png"/><Relationship Id="rId12" Type="http://schemas.openxmlformats.org/officeDocument/2006/relationships/tags" Target="../tags/tag562.xml"/><Relationship Id="rId11" Type="http://schemas.openxmlformats.org/officeDocument/2006/relationships/tags" Target="../tags/tag561.xml"/><Relationship Id="rId10" Type="http://schemas.openxmlformats.org/officeDocument/2006/relationships/tags" Target="../tags/tag560.xml"/><Relationship Id="rId1" Type="http://schemas.openxmlformats.org/officeDocument/2006/relationships/tags" Target="../tags/tag55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576.xml"/><Relationship Id="rId7" Type="http://schemas.openxmlformats.org/officeDocument/2006/relationships/tags" Target="../tags/tag575.xml"/><Relationship Id="rId6" Type="http://schemas.openxmlformats.org/officeDocument/2006/relationships/tags" Target="../tags/tag574.xml"/><Relationship Id="rId5" Type="http://schemas.openxmlformats.org/officeDocument/2006/relationships/tags" Target="../tags/tag573.xml"/><Relationship Id="rId4" Type="http://schemas.openxmlformats.org/officeDocument/2006/relationships/image" Target="../media/image20.jpeg"/><Relationship Id="rId3" Type="http://schemas.openxmlformats.org/officeDocument/2006/relationships/tags" Target="../tags/tag572.xml"/><Relationship Id="rId2" Type="http://schemas.openxmlformats.org/officeDocument/2006/relationships/tags" Target="../tags/tag571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579.xml"/><Relationship Id="rId11" Type="http://schemas.openxmlformats.org/officeDocument/2006/relationships/tags" Target="../tags/tag578.xml"/><Relationship Id="rId10" Type="http://schemas.openxmlformats.org/officeDocument/2006/relationships/tags" Target="../tags/tag577.xml"/><Relationship Id="rId1" Type="http://schemas.openxmlformats.org/officeDocument/2006/relationships/tags" Target="../tags/tag57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tags" Target="../tags/tag58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tags" Target="../tags/tag589.xml"/><Relationship Id="rId7" Type="http://schemas.openxmlformats.org/officeDocument/2006/relationships/tags" Target="../tags/tag588.xml"/><Relationship Id="rId6" Type="http://schemas.openxmlformats.org/officeDocument/2006/relationships/tags" Target="../tags/tag587.xml"/><Relationship Id="rId5" Type="http://schemas.openxmlformats.org/officeDocument/2006/relationships/tags" Target="../tags/tag586.xml"/><Relationship Id="rId4" Type="http://schemas.openxmlformats.org/officeDocument/2006/relationships/tags" Target="../tags/tag585.xml"/><Relationship Id="rId3" Type="http://schemas.openxmlformats.org/officeDocument/2006/relationships/image" Target="../media/image1.png"/><Relationship Id="rId2" Type="http://schemas.openxmlformats.org/officeDocument/2006/relationships/tags" Target="../tags/tag584.xml"/><Relationship Id="rId1" Type="http://schemas.openxmlformats.org/officeDocument/2006/relationships/tags" Target="../tags/tag58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tags" Target="../tags/tag594.xml"/><Relationship Id="rId5" Type="http://schemas.openxmlformats.org/officeDocument/2006/relationships/tags" Target="../tags/tag593.xml"/><Relationship Id="rId4" Type="http://schemas.openxmlformats.org/officeDocument/2006/relationships/tags" Target="../tags/tag592.xml"/><Relationship Id="rId3" Type="http://schemas.openxmlformats.org/officeDocument/2006/relationships/image" Target="../media/image6.png"/><Relationship Id="rId2" Type="http://schemas.openxmlformats.org/officeDocument/2006/relationships/tags" Target="../tags/tag591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598.xml"/><Relationship Id="rId1" Type="http://schemas.openxmlformats.org/officeDocument/2006/relationships/tags" Target="../tags/tag59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605.xml"/><Relationship Id="rId7" Type="http://schemas.openxmlformats.org/officeDocument/2006/relationships/tags" Target="../tags/tag604.xml"/><Relationship Id="rId6" Type="http://schemas.openxmlformats.org/officeDocument/2006/relationships/tags" Target="../tags/tag603.xml"/><Relationship Id="rId5" Type="http://schemas.openxmlformats.org/officeDocument/2006/relationships/tags" Target="../tags/tag602.xml"/><Relationship Id="rId4" Type="http://schemas.openxmlformats.org/officeDocument/2006/relationships/image" Target="../media/image21.png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608.xml"/><Relationship Id="rId11" Type="http://schemas.openxmlformats.org/officeDocument/2006/relationships/tags" Target="../tags/tag607.xml"/><Relationship Id="rId10" Type="http://schemas.openxmlformats.org/officeDocument/2006/relationships/tags" Target="../tags/tag606.xml"/><Relationship Id="rId1" Type="http://schemas.openxmlformats.org/officeDocument/2006/relationships/tags" Target="../tags/tag599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" Type="http://schemas.openxmlformats.org/officeDocument/2006/relationships/tags" Target="../tags/tag609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" Type="http://schemas.openxmlformats.org/officeDocument/2006/relationships/tags" Target="../tags/tag61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624.xml"/><Relationship Id="rId7" Type="http://schemas.openxmlformats.org/officeDocument/2006/relationships/tags" Target="../tags/tag623.xml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tags" Target="../tags/tag620.xml"/><Relationship Id="rId3" Type="http://schemas.openxmlformats.org/officeDocument/2006/relationships/image" Target="../media/image22.jpeg"/><Relationship Id="rId2" Type="http://schemas.openxmlformats.org/officeDocument/2006/relationships/tags" Target="../tags/tag619.xml"/><Relationship Id="rId1" Type="http://schemas.openxmlformats.org/officeDocument/2006/relationships/tags" Target="../tags/tag61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image" Target="../media/image5.png"/><Relationship Id="rId3" Type="http://schemas.openxmlformats.org/officeDocument/2006/relationships/tags" Target="../tags/tag627.xml"/><Relationship Id="rId2" Type="http://schemas.openxmlformats.org/officeDocument/2006/relationships/tags" Target="../tags/tag626.xml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634.xml"/><Relationship Id="rId11" Type="http://schemas.openxmlformats.org/officeDocument/2006/relationships/tags" Target="../tags/tag633.xml"/><Relationship Id="rId10" Type="http://schemas.openxmlformats.org/officeDocument/2006/relationships/tags" Target="../tags/tag632.xml"/><Relationship Id="rId1" Type="http://schemas.openxmlformats.org/officeDocument/2006/relationships/tags" Target="../tags/tag62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643.xml"/><Relationship Id="rId8" Type="http://schemas.openxmlformats.org/officeDocument/2006/relationships/tags" Target="../tags/tag642.xml"/><Relationship Id="rId7" Type="http://schemas.openxmlformats.org/officeDocument/2006/relationships/tags" Target="../tags/tag641.x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" Type="http://schemas.openxmlformats.org/officeDocument/2006/relationships/tags" Target="../tags/tag638.xml"/><Relationship Id="rId3" Type="http://schemas.openxmlformats.org/officeDocument/2006/relationships/tags" Target="../tags/tag637.xml"/><Relationship Id="rId2" Type="http://schemas.openxmlformats.org/officeDocument/2006/relationships/tags" Target="../tags/tag636.xml"/><Relationship Id="rId15" Type="http://schemas.openxmlformats.org/officeDocument/2006/relationships/slideLayout" Target="../slideLayouts/slideLayout16.xml"/><Relationship Id="rId14" Type="http://schemas.openxmlformats.org/officeDocument/2006/relationships/tags" Target="../tags/tag648.xml"/><Relationship Id="rId13" Type="http://schemas.openxmlformats.org/officeDocument/2006/relationships/tags" Target="../tags/tag647.xml"/><Relationship Id="rId12" Type="http://schemas.openxmlformats.org/officeDocument/2006/relationships/tags" Target="../tags/tag646.xml"/><Relationship Id="rId11" Type="http://schemas.openxmlformats.org/officeDocument/2006/relationships/tags" Target="../tags/tag645.xml"/><Relationship Id="rId10" Type="http://schemas.openxmlformats.org/officeDocument/2006/relationships/tags" Target="../tags/tag644.xml"/><Relationship Id="rId1" Type="http://schemas.openxmlformats.org/officeDocument/2006/relationships/tags" Target="../tags/tag63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656.xml"/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tags" Target="../tags/tag64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668.xml"/><Relationship Id="rId8" Type="http://schemas.openxmlformats.org/officeDocument/2006/relationships/tags" Target="../tags/tag667.xml"/><Relationship Id="rId7" Type="http://schemas.openxmlformats.org/officeDocument/2006/relationships/tags" Target="../tags/tag666.xml"/><Relationship Id="rId6" Type="http://schemas.openxmlformats.org/officeDocument/2006/relationships/tags" Target="../tags/tag665.xml"/><Relationship Id="rId5" Type="http://schemas.openxmlformats.org/officeDocument/2006/relationships/tags" Target="../tags/tag664.xml"/><Relationship Id="rId4" Type="http://schemas.openxmlformats.org/officeDocument/2006/relationships/tags" Target="../tags/tag663.xml"/><Relationship Id="rId3" Type="http://schemas.openxmlformats.org/officeDocument/2006/relationships/tags" Target="../tags/tag662.xml"/><Relationship Id="rId2" Type="http://schemas.openxmlformats.org/officeDocument/2006/relationships/tags" Target="../tags/tag661.xml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677.xml"/><Relationship Id="rId17" Type="http://schemas.openxmlformats.org/officeDocument/2006/relationships/tags" Target="../tags/tag676.xml"/><Relationship Id="rId16" Type="http://schemas.openxmlformats.org/officeDocument/2006/relationships/tags" Target="../tags/tag675.xml"/><Relationship Id="rId15" Type="http://schemas.openxmlformats.org/officeDocument/2006/relationships/tags" Target="../tags/tag674.xml"/><Relationship Id="rId14" Type="http://schemas.openxmlformats.org/officeDocument/2006/relationships/tags" Target="../tags/tag673.xml"/><Relationship Id="rId13" Type="http://schemas.openxmlformats.org/officeDocument/2006/relationships/tags" Target="../tags/tag672.xml"/><Relationship Id="rId12" Type="http://schemas.openxmlformats.org/officeDocument/2006/relationships/tags" Target="../tags/tag671.xml"/><Relationship Id="rId11" Type="http://schemas.openxmlformats.org/officeDocument/2006/relationships/tags" Target="../tags/tag670.xml"/><Relationship Id="rId10" Type="http://schemas.openxmlformats.org/officeDocument/2006/relationships/tags" Target="../tags/tag669.xml"/><Relationship Id="rId1" Type="http://schemas.openxmlformats.org/officeDocument/2006/relationships/tags" Target="../tags/tag66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" Type="http://schemas.openxmlformats.org/officeDocument/2006/relationships/tags" Target="../tags/tag678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689.xml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tags" Target="../tags/tag686.xml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694.xml"/><Relationship Id="rId13" Type="http://schemas.openxmlformats.org/officeDocument/2006/relationships/tags" Target="../tags/tag693.xml"/><Relationship Id="rId12" Type="http://schemas.openxmlformats.org/officeDocument/2006/relationships/tags" Target="../tags/tag692.xml"/><Relationship Id="rId11" Type="http://schemas.openxmlformats.org/officeDocument/2006/relationships/tags" Target="../tags/tag691.xml"/><Relationship Id="rId10" Type="http://schemas.openxmlformats.org/officeDocument/2006/relationships/tags" Target="../tags/tag690.xml"/><Relationship Id="rId1" Type="http://schemas.openxmlformats.org/officeDocument/2006/relationships/tags" Target="../tags/tag68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tags" Target="../tags/tag701.xml"/><Relationship Id="rId7" Type="http://schemas.openxmlformats.org/officeDocument/2006/relationships/tags" Target="../tags/tag700.xml"/><Relationship Id="rId6" Type="http://schemas.openxmlformats.org/officeDocument/2006/relationships/tags" Target="../tags/tag699.xml"/><Relationship Id="rId5" Type="http://schemas.openxmlformats.org/officeDocument/2006/relationships/tags" Target="../tags/tag698.xml"/><Relationship Id="rId4" Type="http://schemas.openxmlformats.org/officeDocument/2006/relationships/image" Target="../media/image23.jpeg"/><Relationship Id="rId3" Type="http://schemas.openxmlformats.org/officeDocument/2006/relationships/tags" Target="../tags/tag697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712.xml"/><Relationship Id="rId21" Type="http://schemas.openxmlformats.org/officeDocument/2006/relationships/tags" Target="../tags/tag711.xml"/><Relationship Id="rId20" Type="http://schemas.openxmlformats.org/officeDocument/2006/relationships/tags" Target="../tags/tag710.xml"/><Relationship Id="rId2" Type="http://schemas.openxmlformats.org/officeDocument/2006/relationships/tags" Target="../tags/tag696.xml"/><Relationship Id="rId19" Type="http://schemas.openxmlformats.org/officeDocument/2006/relationships/image" Target="../media/image26.jpeg"/><Relationship Id="rId18" Type="http://schemas.openxmlformats.org/officeDocument/2006/relationships/tags" Target="../tags/tag709.xml"/><Relationship Id="rId17" Type="http://schemas.openxmlformats.org/officeDocument/2006/relationships/tags" Target="../tags/tag708.xml"/><Relationship Id="rId16" Type="http://schemas.openxmlformats.org/officeDocument/2006/relationships/tags" Target="../tags/tag707.xml"/><Relationship Id="rId15" Type="http://schemas.openxmlformats.org/officeDocument/2006/relationships/tags" Target="../tags/tag706.xml"/><Relationship Id="rId14" Type="http://schemas.openxmlformats.org/officeDocument/2006/relationships/image" Target="../media/image25.jpeg"/><Relationship Id="rId13" Type="http://schemas.openxmlformats.org/officeDocument/2006/relationships/tags" Target="../tags/tag705.xml"/><Relationship Id="rId12" Type="http://schemas.openxmlformats.org/officeDocument/2006/relationships/tags" Target="../tags/tag704.xml"/><Relationship Id="rId11" Type="http://schemas.openxmlformats.org/officeDocument/2006/relationships/tags" Target="../tags/tag703.xml"/><Relationship Id="rId10" Type="http://schemas.openxmlformats.org/officeDocument/2006/relationships/tags" Target="../tags/tag702.xml"/><Relationship Id="rId1" Type="http://schemas.openxmlformats.org/officeDocument/2006/relationships/tags" Target="../tags/tag695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715.xml"/><Relationship Id="rId2" Type="http://schemas.openxmlformats.org/officeDocument/2006/relationships/tags" Target="../tags/tag714.xml"/><Relationship Id="rId1" Type="http://schemas.openxmlformats.org/officeDocument/2006/relationships/tags" Target="../tags/tag7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2025/09/15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200"/>
              <a:t>电子线路课程设计可行性报告课题名称：基于ESP32 与LM386的智能药箱系统设计</a:t>
            </a:r>
            <a:endParaRPr lang="zh-CN" altLang="en-US" sz="420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系统概述、设计思路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系统组成与工作原理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单元电路的设计与分析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元器件明细表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调试所需的仪器设备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设计的难点和可能出现的问题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07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预期达到的性能指标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08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课题中独立设计部分介绍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09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外观设计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10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人员分工与进度安排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通信工程3班成员信息</a:t>
            </a:r>
            <a:endParaRPr lang="zh-CN" altLang="en-US"/>
          </a:p>
        </p:txBody>
      </p:sp>
      <p:pic>
        <p:nvPicPr>
          <p:cNvPr id="3" name="内容占位符 2" descr="default_6_img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28189" b="28189"/>
          <a:stretch>
            <a:fillRect/>
          </a:stretch>
        </p:blipFill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成员信息汇总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通信工程3班成员包括（）、（）、（），信息完整无误。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班级编码规范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班级统一为通信工程3班，学号前六位为202300，后五位为个人编码，确保格式规范便于管理。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系统概述、设计思路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系统设计思路与框架</a:t>
            </a:r>
            <a:endParaRPr lang="zh-CN" altLang="en-US"/>
          </a:p>
        </p:txBody>
      </p:sp>
      <p:pic>
        <p:nvPicPr>
          <p:cNvPr id="3" name="图片占位符 2" descr="7720744a-922b-11f0-b35b-9a2e6bb1aef9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/>
          <a:srcRect l="15217" r="15217"/>
          <a:stretch>
            <a:fillRect/>
          </a:stretch>
        </p:blipFill>
        <p:spPr>
          <a:xfrm>
            <a:off x="990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设计思路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以产品实用性为导向，结合物联网与AI技术，在ESP32与LM386硬件基础上创新，实现智能药箱远程控制与数据互联。</a:t>
            </a:r>
            <a:endParaRPr lang="zh-CN" altLang="en-US"/>
          </a:p>
        </p:txBody>
      </p:sp>
      <p:pic>
        <p:nvPicPr>
          <p:cNvPr id="6" name="图片占位符 5" descr="7720739a-922b-11f0-b35b-9a2e6bb1aef9"/>
          <p:cNvPicPr>
            <a:picLocks noChangeAspect="1"/>
          </p:cNvPicPr>
          <p:nvPr>
            <p:ph type="pic" idx="16395"/>
            <p:custDataLst>
              <p:tags r:id="rId6"/>
            </p:custDataLst>
          </p:nvPr>
        </p:nvPicPr>
        <p:blipFill>
          <a:blip r:embed="rId7"/>
          <a:srcRect t="16667" b="16667"/>
          <a:stretch>
            <a:fillRect/>
          </a:stretch>
        </p:blipFill>
        <p:spPr>
          <a:xfrm>
            <a:off x="3886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系统框架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采用三层架构：感知层（ESP32+传感器）、传输层（Wi-Fi+云端）、应用层（微信小程序），形成完整数据闭环。</a:t>
            </a:r>
            <a:endParaRPr lang="zh-CN" altLang="en-US"/>
          </a:p>
        </p:txBody>
      </p:sp>
      <p:pic>
        <p:nvPicPr>
          <p:cNvPr id="9" name="图片占位符 8" descr="77207550-922b-11f0-b35b-9a2e6bb1aef9"/>
          <p:cNvPicPr>
            <a:picLocks noChangeAspect="1"/>
          </p:cNvPicPr>
          <p:nvPr>
            <p:ph type="pic" idx="16396"/>
            <p:custDataLst>
              <p:tags r:id="rId10"/>
            </p:custDataLst>
          </p:nvPr>
        </p:nvPicPr>
        <p:blipFill>
          <a:blip r:embed="rId11"/>
          <a:srcRect l="39722" t="10000" r="278"/>
          <a:stretch>
            <a:fillRect/>
          </a:stretch>
        </p:blipFill>
        <p:spPr>
          <a:xfrm>
            <a:off x="6781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核心功能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包含用药提醒、远程监护、健康数据记录三大核心模块，满足用户用药管理全流程需求。</a:t>
            </a:r>
            <a:endParaRPr lang="zh-CN" altLang="en-US"/>
          </a:p>
        </p:txBody>
      </p:sp>
      <p:pic>
        <p:nvPicPr>
          <p:cNvPr id="12" name="图片占位符 11" descr="772072d7-922b-11f0-b35b-9a2e6bb1aef9"/>
          <p:cNvPicPr>
            <a:picLocks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7"/>
          <a:srcRect t="16667" b="16667"/>
          <a:stretch>
            <a:fillRect/>
          </a:stretch>
        </p:blipFill>
        <p:spPr>
          <a:xfrm>
            <a:off x="9677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技术路径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硬件层实现数据采集与控制，云端层处理数据存储与交互，应用层提供用户友好操作界面。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系统组成与工作原理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系统功能与工作原理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default_6_img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工作原理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云端服务器同步用户设定，ESP32接收指令后驱动LM386音频模块与LED灯，实现多模态提醒。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3_img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21875" r="21875"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核心功能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用药定时提醒：音乐+LED灯双重提示；服药确认反馈：物理按键上传状态至云端；紧急联络机制：超时未服药自动通知联系人。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default_4_img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1875" r="21875"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数据交互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ESP32通过Wi-Fi与云端双向通信，实时上传用药记录，接收小程序配置更新，确保数据同步。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default_2_img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21875" r="21875"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用户体验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小程序端支持个性化用药计划设置，历史记录查询，紧急联系人管理，界面简洁易操作。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单元电路的设计与分析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LM386的音频功放设计</a:t>
            </a:r>
            <a:endParaRPr lang="zh-CN" altLang="en-US"/>
          </a:p>
        </p:txBody>
      </p:sp>
      <p:pic>
        <p:nvPicPr>
          <p:cNvPr id="15" name="内容占位符 14" descr="/data/temp/74c2ac36-922b-11f0-81ff-cad791ea82f8.PNG74c2ac36-922b-11f0-81ff-cad791ea82f8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-67683" b="-67683"/>
          <a:stretch>
            <a:fillRect/>
          </a:stretch>
        </p:blipFill>
        <p:spPr>
          <a:xfrm>
            <a:off x="8001000" y="1524000"/>
            <a:ext cx="3581400" cy="472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LM386芯片参数详解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LM386芯片工作电压4V-12V，增益可调至200倍，适于音量控制。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输出功率与应用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供电电压决定输出功率，6V约0.3W，9V超0.5W，足驱小扬声播音乐。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输入阻抗与电路匹配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输入阻抗50kΩ确保与ESP32音频输出良好匹配。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电路设计与仿真结果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3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电路增益约50倍，波形仿真成功，需滤波减纹波。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供电电路设计</a:t>
            </a:r>
            <a:endParaRPr lang="zh-CN" altLang="en-US"/>
          </a:p>
        </p:txBody>
      </p:sp>
      <p:pic>
        <p:nvPicPr>
          <p:cNvPr id="16" name="内容占位符 15" descr="/data/temp/74c0f0a1-922b-11f0-ab7b-760244a4d904.PNG74c0f0a1-922b-11f0-ab7b-760244a4d904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-82640" r="-82640"/>
          <a:stretch>
            <a:fillRect/>
          </a:stretch>
        </p:blipFill>
        <p:spPr>
          <a:xfrm>
            <a:off x="609600" y="4114800"/>
            <a:ext cx="10972800" cy="213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7"/>
          <p:cNvPicPr>
            <a:picLocks noChangeAspect="1"/>
          </p:cNvPicPr>
          <p:nvPr>
            <p:ph type="pic" idx="16391"/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787400"/>
            <a:ext cx="406400" cy="4064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固定式智能药箱电路设计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设计5V转3.3V电路，确保ESP32稳定供电。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 descr="8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26000" y="2463800"/>
            <a:ext cx="406400" cy="4064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移动式智能药箱电路设计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设计移动智能药箱，用TC4056管理锂电池充放，HX3608升压，DW06D保护。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元器件明细表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主控与音频功放元件</a:t>
            </a:r>
            <a:endParaRPr lang="zh-CN" altLang="en-US"/>
          </a:p>
        </p:txBody>
      </p:sp>
      <p:pic>
        <p:nvPicPr>
          <p:cNvPr id="3" name="内容占位符 2" descr="76798125-922b-11f0-ab7b-760244a4d904"/>
          <p:cNvPicPr>
            <a:picLocks noChangeAspect="1"/>
          </p:cNvPicPr>
          <p:nvPr>
            <p:ph idx="16387"/>
            <p:custDataLst>
              <p:tags r:id="rId2"/>
            </p:custDataLst>
          </p:nvPr>
        </p:nvPicPr>
        <p:blipFill>
          <a:blip r:embed="rId3"/>
          <a:srcRect l="18214" r="18313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ESP32 — 主控芯片
LM386 — 音频功放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音频输出与无备注元件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扬声器 — 8Ω，0.5W — 音频输出
C4 —
C5 —
R1 —
R2 —
R3 —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晶体与电感元件</a:t>
            </a:r>
            <a:endParaRPr lang="zh-CN" altLang="en-US"/>
          </a:p>
        </p:txBody>
      </p:sp>
      <p:pic>
        <p:nvPicPr>
          <p:cNvPr id="3" name="内容占位符 2" descr="default_1_img"/>
          <p:cNvPicPr>
            <a:picLocks noChangeAspect="1"/>
          </p:cNvPicPr>
          <p:nvPr>
            <p:ph idx="16387"/>
            <p:custDataLst>
              <p:tags r:id="rId2"/>
            </p:custDataLst>
          </p:nvPr>
        </p:nvPicPr>
        <p:blipFill>
          <a:blip r:embed="rId3"/>
          <a:srcRect t="25309" b="25309"/>
          <a:stretch>
            <a:fillRect/>
          </a:stretch>
        </p:blipFill>
        <p:spPr>
          <a:xfrm>
            <a:off x="609600" y="3200400"/>
            <a:ext cx="10972800" cy="3048000"/>
          </a:xfrm>
          <a:custGeom>
            <a:avLst/>
            <a:gdLst>
              <a:gd name="connisteX0" fmla="*/ 0 w 10972800"/>
              <a:gd name="connsiteY0" fmla="*/ 203200 h 3048000"/>
              <a:gd name="connisteX1" fmla="*/ 203200 w 10972800"/>
              <a:gd name="connsiteY1" fmla="*/ 0 h 3048000"/>
              <a:gd name="connisteX2" fmla="*/ 10769600 w 10972800"/>
              <a:gd name="connsiteY2" fmla="*/ 0 h 3048000"/>
              <a:gd name="connisteX3" fmla="*/ 10972800 w 10972800"/>
              <a:gd name="connsiteY3" fmla="*/ 203200 h 3048000"/>
              <a:gd name="connisteX4" fmla="*/ 10972800 w 10972800"/>
              <a:gd name="connsiteY4" fmla="*/ 2844800 h 3048000"/>
              <a:gd name="connisteX5" fmla="*/ 10769600 w 10972800"/>
              <a:gd name="connsiteY5" fmla="*/ 3048000 h 3048000"/>
              <a:gd name="connisteX6" fmla="*/ 203200 w 10972800"/>
              <a:gd name="connsiteY6" fmla="*/ 3048000 h 3048000"/>
              <a:gd name="connisteX7" fmla="*/ 0 w 10972800"/>
              <a:gd name="connsiteY7" fmla="*/ 2844800 h 3048000"/>
              <a:gd name="connisteX8" fmla="*/ 0 w 10972800"/>
              <a:gd name="connsiteY8" fmla="*/ 203200 h 304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4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44800"/>
                </a:lnTo>
                <a:cubicBezTo>
                  <a:pt x="10972800" y="2957024"/>
                  <a:pt x="10881824" y="3048000"/>
                  <a:pt x="10769600" y="3048000"/>
                </a:cubicBezTo>
                <a:lnTo>
                  <a:pt x="203200" y="3048000"/>
                </a:lnTo>
                <a:cubicBezTo>
                  <a:pt x="90976" y="3048000"/>
                  <a:pt x="0" y="2957024"/>
                  <a:pt x="0" y="2844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XTAL1 —
XTAL2 —
L1 —
L2 —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未列明元件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。。。。 —
—
— |</a:t>
            </a:r>
            <a:endParaRPr lang="zh-CN" altLang="en-US"/>
          </a:p>
        </p:txBody>
      </p:sp>
      <p:pic>
        <p:nvPicPr>
          <p:cNvPr id="4" name="内容占位符 3" descr="76c17d9c-922b-11f0-9aae-9ee242200285"/>
          <p:cNvPicPr>
            <a:picLocks noChangeAspect="1"/>
          </p:cNvPicPr>
          <p:nvPr>
            <p:ph idx="16387"/>
            <p:custDataLst>
              <p:tags r:id="rId3"/>
            </p:custDataLst>
          </p:nvPr>
        </p:nvPicPr>
        <p:blipFill>
          <a:blip r:embed="rId4"/>
          <a:srcRect t="31481"/>
          <a:stretch>
            <a:fillRect/>
          </a:stretch>
        </p:blipFill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调试所需的仪器设备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电子实验器材列表</a:t>
            </a:r>
            <a:endParaRPr lang="zh-CN" altLang="en-US"/>
          </a:p>
        </p:txBody>
      </p:sp>
      <p:pic>
        <p:nvPicPr>
          <p:cNvPr id="3" name="内容占位符 2" descr="76808916-922b-11f0-9b4f-6e2464289d50"/>
          <p:cNvPicPr>
            <a:picLocks noChangeAspect="1"/>
          </p:cNvPicPr>
          <p:nvPr>
            <p:ph idx="16387"/>
            <p:custDataLst>
              <p:tags r:id="rId2"/>
            </p:custDataLst>
          </p:nvPr>
        </p:nvPicPr>
        <p:blipFill>
          <a:blip r:embed="rId3"/>
          <a:srcRect b="6821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·  PC机
·  面包板
·  万用表
·  示波器
·  稳压电源
·  杜邦线、导线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设计的难点和可能出现的问题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供电电路的设计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由于我们三人都没有对于电源设计的经验，贸然使用220V的市电进行供电会带来许多不可控的因素</a:t>
            </a:r>
            <a:endParaRPr lang="zh-CN" altLang="en-US"/>
          </a:p>
        </p:txBody>
      </p:sp>
      <p:pic>
        <p:nvPicPr>
          <p:cNvPr id="4" name="内容占位符 3" descr="default_1_img"/>
          <p:cNvPicPr>
            <a:picLocks noChangeAspect="1"/>
          </p:cNvPicPr>
          <p:nvPr>
            <p:ph idx="16393"/>
            <p:custDataLst>
              <p:tags r:id="rId3"/>
            </p:custDataLst>
          </p:nvPr>
        </p:nvPicPr>
        <p:blipFill>
          <a:blip r:embed="rId4"/>
          <a:srcRect t="20696" b="20696"/>
          <a:stretch>
            <a:fillRect/>
          </a:stretch>
        </p:blipFill>
        <p:spPr>
          <a:xfrm>
            <a:off x="4648200" y="3962400"/>
            <a:ext cx="6934200" cy="2286000"/>
          </a:xfrm>
          <a:custGeom>
            <a:avLst/>
            <a:gdLst>
              <a:gd name="connisteX0" fmla="*/ 0 w 6934200"/>
              <a:gd name="connsiteY0" fmla="*/ 203200 h 2286000"/>
              <a:gd name="connisteX1" fmla="*/ 203200 w 6934200"/>
              <a:gd name="connsiteY1" fmla="*/ 0 h 2286000"/>
              <a:gd name="connisteX2" fmla="*/ 6731000 w 6934200"/>
              <a:gd name="connsiteY2" fmla="*/ 0 h 2286000"/>
              <a:gd name="connisteX3" fmla="*/ 6934200 w 6934200"/>
              <a:gd name="connsiteY3" fmla="*/ 203200 h 2286000"/>
              <a:gd name="connisteX4" fmla="*/ 6934200 w 6934200"/>
              <a:gd name="connsiteY4" fmla="*/ 2082800 h 2286000"/>
              <a:gd name="connisteX5" fmla="*/ 6731000 w 6934200"/>
              <a:gd name="connsiteY5" fmla="*/ 2286000 h 2286000"/>
              <a:gd name="connisteX6" fmla="*/ 203200 w 6934200"/>
              <a:gd name="connsiteY6" fmla="*/ 2286000 h 2286000"/>
              <a:gd name="connisteX7" fmla="*/ 0 w 6934200"/>
              <a:gd name="connsiteY7" fmla="*/ 2082800 h 2286000"/>
              <a:gd name="connisteX8" fmla="*/ 0 w 69342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082800"/>
                </a:lnTo>
                <a:cubicBezTo>
                  <a:pt x="6934200" y="2195024"/>
                  <a:pt x="6843224" y="2286000"/>
                  <a:pt x="67310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"/>
          <p:cNvPicPr>
            <a:picLocks noChangeAspect="1"/>
          </p:cNvPicPr>
          <p:nvPr>
            <p:ph type="pic" idx="16394"/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0440" y="828040"/>
            <a:ext cx="325120" cy="32512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安全因素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需设计可靠隔离电路，确保高压转低压，保障人身安全。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8"/>
          <p:cNvPicPr>
            <a:picLocks noChangeAspect="1"/>
          </p:cNvPicPr>
          <p:nvPr>
            <p:ph type="pic" idx="16396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0440" y="1894840"/>
            <a:ext cx="325120" cy="32512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稳定因素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设计供电模块，选恰当稳压芯片，保电压稳定，重散热防损。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90440" y="2961640"/>
            <a:ext cx="325120" cy="32512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纹波与噪声因素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/>
              <a:t>供电模块需控纹波、抑噪声，保障音频功放与单片机稳定运行。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ESP32与小程序的对接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76a11a4b-922b-11f0-81ff-cad791ea82f8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5185" b="20940"/>
          <a:stretch>
            <a:fillRect/>
          </a:stretch>
        </p:blipFill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ESP32与小程序对接方法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发现多种方案，如HTTP请求调用云函数，需克服ESP32编程难题；BLE直连实现近场互动，依赖ESP32 BLE库及微信API。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3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4741" r="4741"/>
          <a:stretch>
            <a:fillRect/>
          </a:stretch>
        </p:blipFill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实际设计考量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评估难易度与目标，权衡HTTP云调用、BLE蓝牙对接及WiFi直连方案，择优而定。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预期达到的性能指标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07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用药提醒机制</a:t>
            </a:r>
            <a:endParaRPr lang="zh-CN" altLang="en-US"/>
          </a:p>
        </p:txBody>
      </p:sp>
      <p:pic>
        <p:nvPicPr>
          <p:cNvPr id="3" name="内容占位符 2" descr="default_6_img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28601" b="28601"/>
          <a:stretch>
            <a:fillRect/>
          </a:stretch>
        </p:blipFill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用药提醒核心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内置精准时钟，依据微信小程序设定用药时间，触发定时提醒，结合音乐与LED灯提示，确保及时用药。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提醒机制详情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到达设定时间，药箱利用LM386驱动播放音乐，对应药格LED灯亮起，实现视听双重提醒效果。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用药记录追踪</a:t>
            </a:r>
            <a:endParaRPr lang="zh-CN" altLang="en-US"/>
          </a:p>
        </p:txBody>
      </p:sp>
      <p:pic>
        <p:nvPicPr>
          <p:cNvPr id="3" name="内容占位符 2" descr="default_4_img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24486" b="24486"/>
          <a:stretch>
            <a:fillRect/>
          </a:stretch>
        </p:blipFill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用药记录功能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药箱配物理按键确认用药，ESP32收信号上传时间、药物种类至云端，微信小程序展示用药历史。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数据展示方式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用药数据以列表或图表形式在小程序呈现，方便用户及监护人查阅完整记录。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远程健康保障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default_5_img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6138" b="16138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远程通知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用户设定紧急联系人，若用药提醒后15分钟内未确认服药，系统自动通知联系人，附带用药时间与药物信息。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2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6138" b="16138"/>
          <a:stretch>
            <a:fillRect/>
          </a:stretch>
        </p:blipFill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健康保障机制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通过小程序连接云端服务器，实现自动监测与远程提醒，确保及时关注用户健康状况。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直观显示信息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直观显示信息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药箱本体配显示屏，清晰显示日期、时间，下一次用药时间、药物名称及用药位置，无需手机，快速获取信息。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药箱功能亮点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通过直观显示屏，用户可便捷查看用药详情，提升用药管理效率，设计人性化，使用体验佳。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课题中独立设计部分介绍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08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应用场景与目标</a:t>
            </a:r>
            <a:endParaRPr lang="zh-CN" altLang="en-US"/>
          </a:p>
        </p:txBody>
      </p:sp>
      <p:pic>
        <p:nvPicPr>
          <p:cNvPr id="3" name="内容占位符 2" descr="7681cd49-922b-11f0-86ee-a2aa41106333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r="22442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设计目的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针对人口老龄化及快节奏生活，智能药箱旨在提醒用药，保障健康。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功能描述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智能提醒服药，显示药物信息，未按时服药触发警报，小程序记录查询。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设计特色与个性化服务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default_3_img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9857" b="9857"/>
          <a:stretch>
            <a:fillRect/>
          </a:stretch>
        </p:blipFill>
        <p:spPr>
          <a:xfrm>
            <a:off x="914400" y="1828800"/>
            <a:ext cx="4724400" cy="2133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设计特色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融合先进科技，提供定制化药物管理方案，确保每位用户都能获得贴合自身需求的服务。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6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9857" b="9857"/>
          <a:stretch>
            <a:fillRect/>
          </a:stretch>
        </p:blipFill>
        <p:spPr>
          <a:xfrm>
            <a:off x="6553200" y="1828800"/>
            <a:ext cx="4724400" cy="2133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个性化服务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支持多用户信息独立登录，云端同步更新，无论身处何地，都能轻松管理个人用药计划。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创新设计亮点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AI健康分析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创新融入AI算法，通过用药记录分析用户服药规律，提供个性化健康建议，区别于传统药箱单一提醒功能。</a:t>
            </a:r>
            <a:endParaRPr lang="zh-CN" altLang="en-US"/>
          </a:p>
        </p:txBody>
      </p:sp>
      <p:sp>
        <p:nvSpPr>
          <p:cNvPr id="6" name="装饰  4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多模态交互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结合音频（LM386）、视觉（LED）、触控（物理按键）多模态交互方式，提升老年用户操作便捷性。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低功耗优化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采用ESP32深度睡眠模式与动态唤醒机制，静态功耗降至5mA以下，电池供电可续航7天以上。</a:t>
            </a:r>
            <a:endParaRPr lang="zh-CN" altLang="en-US"/>
          </a:p>
        </p:txBody>
      </p:sp>
      <p:sp>
        <p:nvSpPr>
          <p:cNvPr id="12" name="装饰  0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模块化设计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硬件采用模块化架构，药格独立控制单元支持扩展至8个药仓，适应不同用药需求。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电路连接与供电方案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电路连接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采用电源接线端子，确保电路连接稳固可靠。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供电方案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初定使用手机充电器ACDC转换，降压滤波实现直插供电，后续视情况采用锂电池以增强移动性。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外观设计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09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外观结构设计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整体造型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采用圆角长方体设计，尺寸280×180×120mm，白色ABS材质，表面磨砂处理防指纹，适合家居环境摆放。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人机交互区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正面集成2.4英寸LCD显示屏（显示时间/用药信息）、4个物理按键（确认/取消/上一页/下一页）、8个LED指示灯（对应药仓）。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药仓设计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内置8个独立药仓，每个容量100ml，透明翻盖带卡扣设计，支持单独拆卸清洗，药仓底部集成压力传感器检测余量。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接口布局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侧面配置Type-C充电口、复位键，底部预留挂墙孔位，支持桌面摆放与壁挂两种安装方式。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人员分工与进度安排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10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团队分工明细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硬件开发组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（）：负责ESP32主控电路设计、LM386音频模块调试、硬件系统集成与测试。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软件开发组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（）：负责微信小程序开发、云端API接口编写、ESP32固件开发与数据交互实现。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设计与文档组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（）：负责产品外观设计、结构建模、实验数据整理、可行性报告撰写。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项目管理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三人共同参与需求分析与方案评审，每周进行进度同步与问题攻坚，确保项目按期交付。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项目进度安排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75b1211a-922b-11f0-a9b4-fed016f5f4ea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64324" t="8967" r="2730" b="45109"/>
          <a:stretch>
            <a:fillRect/>
          </a:stretch>
        </p:blipFill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项目阶段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9月12日前完成可行性报告，13日至月底设计电路与采购元器件。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75b122ad-922b-11f0-a9b4-fed016f5f4ea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4076" r="24185"/>
          <a:stretch>
            <a:fillRect/>
          </a:stretch>
        </p:blipFill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硬件开发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10月全月焊接调试电路，同步开发ESP32基础功能。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75b12212-922b-11f0-a9b4-fed016f5f4e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14065" r="14065"/>
          <a:stretch>
            <a:fillRect/>
          </a:stretch>
        </p:blipFill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软件集成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11月开发小程序与服务器，实现数据交互及API调用。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75b12054-922b-11f0-a9b4-fed016f5f4ea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t="18971" b="18971"/>
          <a:stretch>
            <a:fillRect/>
          </a:stretch>
        </p:blipFill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系统测试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12月联调优化，准备报告与答辩材料。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613f19202fbc4d7a384052f081192b3e50fb1d"/>
  <p:tag name="KSO_WM_NEWLAYOUT_GROUP_ID" val="layout_38"/>
  <p:tag name="KSO_WM_NEWLAYOUT_ID" val="slide_ec1087826c16bdd5"/>
</p:tagLst>
</file>

<file path=ppt/tags/tag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6aa95a3003d9f6a4db839492e16140b7fa74f2"/>
  <p:tag name="KSO_WM_NEWLAYOUT_GROUP_ID" val="layout_35"/>
  <p:tag name="KSO_WM_NEWLAYOUT_ID" val="slide_b58b498f57b421c2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9c8aa120336503c81c8d2aa65fc61cc15cdfde"/>
  <p:tag name="KSO_WM_NEWLAYOUT_GROUP_ID" val="layout_27"/>
  <p:tag name="KSO_WM_NEWLAYOUT_ID" val="slide_928d7369a50b66e3"/>
</p:tagLst>
</file>

<file path=ppt/tags/tag5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91c56c28a23a3c5c428cb778b06854b82f200"/>
  <p:tag name="KSO_WM_NEWLAYOUT_GROUP_ID" val="layout_10003"/>
  <p:tag name="KSO_WM_NEWLAYOUT_ID" val="slide_2e5f3f4c52aaa365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fb0f108fa194c556280d205c833375cda2e05a"/>
  <p:tag name="KSO_WM_NEWLAYOUT_GROUP_ID" val="layout_10004"/>
  <p:tag name="KSO_WM_NEWLAYOUT_ID" val="slide_f218b3514126d89d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a66ba332e039cb97ab80eddc954add7bbcdcc5"/>
  <p:tag name="KSO_WM_NEWLAYOUT_GROUP_ID" val="layout_48"/>
  <p:tag name="KSO_WM_NEWLAYOUT_ID" val="slide_10d253ff511e52b1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0086f9d247dd4dfb23199d4f784b9fb5585da8"/>
  <p:tag name="KSO_WM_NEWLAYOUT_GROUP_ID" val="layout_10007"/>
  <p:tag name="KSO_WM_NEWLAYOUT_ID" val="slide_2faf873680021aa9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fc46d909b0d3273268c984123f304c1d729780"/>
  <p:tag name="KSO_WM_NEWLAYOUT_GROUP_ID" val="layout_26"/>
  <p:tag name="KSO_WM_NEWLAYOUT_ID" val="slide_ef948ae8003135f4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17fca489efbad3a603a139d891c1bcabb2782"/>
  <p:tag name="KSO_WM_NEWLAYOUT_GROUP_ID" val="layout_59"/>
  <p:tag name="KSO_WM_NEWLAYOUT_ID" val="slide_d1f7eafcffada5ab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e662486a2fb82c3046699dd21b13422f851e3e"/>
  <p:tag name="KSO_WM_NEWLAYOUT_GROUP_ID" val="layout_63"/>
  <p:tag name="KSO_WM_NEWLAYOUT_ID" val="slide_96919410b42e99e9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b5abb154c7eaf7ab790556b36d16b54aac8651"/>
  <p:tag name="KSO_WM_NEWLAYOUT_GROUP_ID" val="layout_2"/>
  <p:tag name="KSO_WM_NEWLAYOUT_ID" val="slide_0494771ff88aefe6"/>
</p:tagLst>
</file>

<file path=ppt/tags/tag1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df50ccebf1ed354077c66a51b26dc64166a6b3"/>
  <p:tag name="KSO_WM_NEWLAYOUT_GROUP_ID" val="layout_33"/>
  <p:tag name="KSO_WM_NEWLAYOUT_ID" val="slide_34fcc7833e853e48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7725469ed40d20d243a30c56ad11b00325295c"/>
  <p:tag name="KSO_WM_NEWLAYOUT_GROUP_ID" val="layout_6"/>
  <p:tag name="KSO_WM_NEWLAYOUT_ID" val="slide_981bf42e714fdd9b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cedfd21848203e6302d03fd78fb22c23e9003c"/>
  <p:tag name="KSO_WM_NEWLAYOUT_GROUP_ID" val="layout_21"/>
  <p:tag name="KSO_WM_NEWLAYOUT_ID" val="slide_1d5333ca2ad682bd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40261a1f07e17eb7d3a61aa88c06e277218b8d"/>
  <p:tag name="KSO_WM_NEWLAYOUT_GROUP_ID" val="layout_10017"/>
  <p:tag name="KSO_WM_NEWLAYOUT_ID" val="slide_b9e03dfd84c27db5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399e04069a18b77e4b56cf568a8c682745c6ad"/>
  <p:tag name="KSO_WM_NEWLAYOUT_GROUP_ID" val="layout_17"/>
  <p:tag name="KSO_WM_NEWLAYOUT_ID" val="slide_f630c1a3eb6f6cb3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ac89df7fe2633c6fec7ebadd58037bd75d5ea8"/>
  <p:tag name="KSO_WM_NEWLAYOUT_GROUP_ID" val="layout_30"/>
  <p:tag name="KSO_WM_NEWLAYOUT_ID" val="slide_21c62c51619eefee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145325eeeec7dff95f61a4487f75a9a0491b78"/>
  <p:tag name="KSO_WM_NEWLAYOUT_GROUP_ID" val="layout_62"/>
  <p:tag name="KSO_WM_NEWLAYOUT_ID" val="slide_0278004f42c7b363"/>
</p:tagLst>
</file>

<file path=ppt/tags/tag2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4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847e40e37e6dd7f319ce848dcef30dcac36da5"/>
  <p:tag name="KSO_WM_NEWLAYOUT_GROUP_ID" val="layout_61"/>
  <p:tag name="KSO_WM_NEWLAYOUT_ID" val="slide_1d512a589e2c0a59"/>
</p:tagLst>
</file>

<file path=ppt/tags/tag2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2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ffc2b64f73ec0e5971129a2588c13490d1d1ed"/>
  <p:tag name="KSO_WM_NEWLAYOUT_GROUP_ID" val="layout_31"/>
  <p:tag name="KSO_WM_NEWLAYOUT_ID" val="slide_5de812628256de36"/>
</p:tagLst>
</file>

<file path=ppt/tags/tag2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57605e6237a098b17415a24e2a75fa9b3ef1ed"/>
  <p:tag name="KSO_WM_NEWLAYOUT_GROUP_ID" val="layout_34"/>
  <p:tag name="KSO_WM_NEWLAYOUT_ID" val="slide_e14bdbc4104bb9ee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67f5e7c8fb1a6519e695d9e4e9903393a882c88"/>
  <p:tag name="KSO_WM_NEWLAYOUT_GROUP_ID" val="layout_51"/>
  <p:tag name="KSO_WM_NEWLAYOUT_ID" val="slide_3caf32f083888fcf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dd58e1ca29b35c027df344cae6f5c2f48b43bf"/>
  <p:tag name="KSO_WM_NEWLAYOUT_GROUP_ID" val="layout_1-5"/>
  <p:tag name="KSO_WM_NEWLAYOUT_ID" val="slide_cea45c27deb23863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2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57"/>
  <p:tag name="KSO_WM_TEMPLATE_CATEGORY" val="custom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57"/>
  <p:tag name="KSO_WM_TEMPLATE_CATEGORY" val="custom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57"/>
  <p:tag name="KSO_WM_TEMPLATE_CATEGORY" val="custom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57"/>
  <p:tag name="KSO_WM_TEMPLATE_CATEGORY" val="custom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57"/>
  <p:tag name="KSO_WM_TEMPLATE_CATEGORY" val="custom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57"/>
  <p:tag name="KSO_WM_TEMPLATE_CATEGORY" val="custom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57"/>
  <p:tag name="KSO_WM_TEMPLATE_CATEGORY" val="custom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5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6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7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7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7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f53cc01f42cea7ee3964489bb7634c9bd4d39"/>
  <p:tag name="KSO_WM_NEWLAYOUT_ID" val="1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40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0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410.xml><?xml version="1.0" encoding="utf-8"?>
<p:tagLst xmlns:p="http://schemas.openxmlformats.org/presentationml/2006/main">
  <p:tag name="KSO_WM_AITEMPLATE_STYLE_ID" val="69796632965"/>
</p:tagLst>
</file>

<file path=ppt/tags/tag41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1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13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1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SLIDE_INDEX" val="1"/>
  <p:tag name="KSO_WM_SLIDE_ID" val="custom40490157_1"/>
  <p:tag name="KSO_WM_TEMPLATE_MASTER_TYPE" val="0"/>
  <p:tag name="KSO_WM_SLIDE_LAYOUT" val="a_f"/>
  <p:tag name="KSO_WM_SLIDE_LAYOUT_CNT" val="1_2"/>
  <p:tag name="KSO_WM_TAG_VERSION" val="3.0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dd58e1ca29b35c027df344cae6f5c2f48b43bf"/>
  <p:tag name="KSO_WM_NEWLAYOUT_GROUP_ID" val="layout_1-5"/>
  <p:tag name="KSO_WM_NEWLAYOUT_ID" val="slide_cea45c27deb23863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3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2965"/>
  <p:tag name="KSO_WM_TEMPLATE_SLIDE_ID" val="slide_cea45c27deb23863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dd58e1ca29b35c027df344cae6f5c2f48b43bf"/>
  <p:tag name="KSO_WM_NEWLAYOUT_GROUP_ID" val="layout_1-5"/>
  <p:tag name="KSO_WM_NEWLAYOUT_ID" val="slide_cea45c27deb23863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5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2965"/>
  <p:tag name="KSO_WM_TEMPLATE_SLIDE_ID" val="slide_cea45c27deb23863"/>
</p:tagLst>
</file>

<file path=ppt/tags/tag4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67f5e7c8fb1a6519e695d9e4e9903393a882c88"/>
  <p:tag name="KSO_WM_NEWLAYOUT_GROUP_ID" val="layout_51"/>
  <p:tag name="KSO_WM_NEWLAYOUT_ID" val="slide_3caf32f083888fcf"/>
  <p:tag name="KSO_WM_UNIT_PRESET_TEXT" val="单击此处添加标题"/>
</p:tagLst>
</file>

<file path=ppt/tags/tag4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369c524d026b666-slide-0"/>
</p:tagLst>
</file>

<file path=ppt/tags/tag45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3caf32f083888fcf"/>
</p:tagLst>
</file>

<file path=ppt/tags/tag46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61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6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4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57605e6237a098b17415a24e2a75fa9b3ef1ed"/>
  <p:tag name="KSO_WM_NEWLAYOUT_GROUP_ID" val="layout_34"/>
  <p:tag name="KSO_WM_NEWLAYOUT_ID" val="slide_e14bdbc4104bb9ee"/>
  <p:tag name="KSO_WM_UNIT_PRESET_TEXT" val="单击此处添加标题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59083003&quot;,&quot;product_name&quot;:&quot;wps-wpp-pc&quot;,&quot;intention_code&quot;:&quot;wps_wpp_generate_doc_pay&quot;}*auto_gallery_ai_v2.1.5_ONLINE*3266303335636665366161316636333633393239306539663534313661633061-slide-5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891792320&quot;,&quot;product_name&quot;:&quot;wps-wpp-pc&quot;,&quot;intention_code&quot;:&quot;wps_wpp_generate_doc_pay&quot;}*auto_gallery_ai_v2.1.5_ONLINE*3266303335636665366161316636333633393239306539663534313661633061-slide-5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222135234&quot;,&quot;product_name&quot;:&quot;wps-wpp-pc&quot;,&quot;intention_code&quot;:&quot;wps_wpp_generate_doc_pay&quot;}*auto_gallery_ai_v2.1.5_ONLINE*3266303335636665366161316636333633393239306539663534313661633061-slide-5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891792320&quot;,&quot;product_name&quot;:&quot;wps-wpp-pc&quot;,&quot;intention_code&quot;:&quot;wps_wpp_generate_doc_pay&quot;}*auto_gallery_ai_v2.1.5_ONLINE*3266303335636665366161316636333633393239306539663534313661633061-slide-5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7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e14bdbc4104bb9ee"/>
</p:tagLst>
</file>

<file path=ppt/tags/tag477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78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7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4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ffc2b64f73ec0e5971129a2588c13490d1d1ed"/>
  <p:tag name="KSO_WM_NEWLAYOUT_GROUP_ID" val="layout_31"/>
  <p:tag name="KSO_WM_NEWLAYOUT_ID" val="slide_5de812628256de36"/>
  <p:tag name="KSO_WM_UNIT_PRESET_TEXT" val="单击此处添加标题"/>
</p:tagLst>
</file>

<file path=ppt/tags/tag48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167ff705cf5ae3e-slide-0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167ff705cf5ae3e-slide-0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&quot;,&quot;id&quot;:&quot;&quot;}*_ai_*1757937579167ff705cf5ae3e-slide-0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&quot;,&quot;id&quot;:&quot;&quot;}*_ai_*1757937579167ff705cf5ae3e-slide-0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9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5de812628256de36"/>
</p:tagLst>
</file>

<file path=ppt/tags/tag49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499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0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847e40e37e6dd7f319ce848dcef30dcac36da5"/>
  <p:tag name="KSO_WM_NEWLAYOUT_GROUP_ID" val="layout_61"/>
  <p:tag name="KSO_WM_NEWLAYOUT_ID" val="slide_1d512a589e2c0a59"/>
  <p:tag name="KSO_WM_UNIT_PRESET_TEXT" val="单击此处添加标题"/>
</p:tagLst>
</file>

<file path=ppt/tags/tag5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89526c4ede2bf7ca-slide-0"/>
</p:tagLst>
</file>

<file path=ppt/tags/tag503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1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1d512a589e2c0a59"/>
</p:tagLst>
</file>

<file path=ppt/tags/tag5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145325eeeec7dff95f61a4487f75a9a0491b78"/>
  <p:tag name="KSO_WM_NEWLAYOUT_GROUP_ID" val="layout_62"/>
  <p:tag name="KSO_WM_NEWLAYOUT_ID" val="slide_0278004f42c7b363"/>
  <p:tag name="KSO_WM_UNIT_PRESET_TEXT" val="单击此处添加标题"/>
</p:tagLst>
</file>

<file path=ppt/tags/tag5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8942dab7246cdf34-slide-0"/>
</p:tagLst>
</file>

<file path=ppt/tags/tag51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1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0278004f42c7b363"/>
</p:tagLst>
</file>

<file path=ppt/tags/tag52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2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26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ac89df7fe2633c6fec7ebadd58037bd75d5ea8"/>
  <p:tag name="KSO_WM_NEWLAYOUT_GROUP_ID" val="layout_30"/>
  <p:tag name="KSO_WM_NEWLAYOUT_ID" val="slide_21c62c51619eefee"/>
  <p:tag name="KSO_WM_UNIT_PRESET_TEXT" val="单击此处添加标题"/>
</p:tagLst>
</file>

<file path=ppt/tags/tag5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183871143&quot;,&quot;product_name&quot;:&quot;wps-wpp-pc&quot;,&quot;intention_code&quot;:&quot;wps_wpp_generate_doc_pay&quot;}*auto_gallery_ai_v2.1.5_ONLINE*3266303335636665366161316636333633393239306539663534313661633061-slide-12"/>
</p:tagLst>
</file>

<file path=ppt/tags/tag5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3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2965"/>
  <p:tag name="KSO_WM_TEMPLATE_SLIDE_ID" val="slide_21c62c51619eefee"/>
</p:tagLst>
</file>

<file path=ppt/tags/tag5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399e04069a18b77e4b56cf568a8c682745c6ad"/>
  <p:tag name="KSO_WM_NEWLAYOUT_GROUP_ID" val="layout_17"/>
  <p:tag name="KSO_WM_NEWLAYOUT_ID" val="slide_f630c1a3eb6f6cb3"/>
  <p:tag name="KSO_WM_UNIT_PRESET_TEXT" val="单击此处添加标题"/>
</p:tagLst>
</file>

<file path=ppt/tags/tag5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534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FIGMA_ID" val="69796632965"/>
  <p:tag name="KSO_WM_TEMPLATE_SLIDE_ID" val="slide_f630c1a3eb6f6cb3"/>
</p:tagLst>
</file>

<file path=ppt/tags/tag5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40261a1f07e17eb7d3a61aa88c06e277218b8d"/>
  <p:tag name="KSO_WM_NEWLAYOUT_GROUP_ID" val="layout_10017"/>
  <p:tag name="KSO_WM_NEWLAYOUT_ID" val="slide_b9e03dfd84c27db5"/>
  <p:tag name="KSO_WM_UNIT_PRESET_TEXT" val="单击此处添加标题"/>
</p:tagLst>
</file>

<file path=ppt/tags/tag5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010f83b65662dce-slide-0"/>
</p:tagLst>
</file>

<file path=ppt/tags/tag5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53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2965"/>
  <p:tag name="KSO_WM_TEMPLATE_SLIDE_ID" val="slide_b9e03dfd84c27db5"/>
</p:tagLst>
</file>

<file path=ppt/tags/tag5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cedfd21848203e6302d03fd78fb22c23e9003c"/>
  <p:tag name="KSO_WM_NEWLAYOUT_GROUP_ID" val="layout_21"/>
  <p:tag name="KSO_WM_NEWLAYOUT_ID" val="slide_1d5333ca2ad682bd"/>
  <p:tag name="KSO_WM_UNIT_PRESET_TEXT" val="单击此处添加标题"/>
</p:tagLst>
</file>

<file path=ppt/tags/tag5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5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54891209&quot;,&quot;product_name&quot;:&quot;wps-wpp-pc&quot;,&quot;intention_code&quot;:&quot;wps_wpp_generate_doc_pay&quot;}*auto_gallery_ai_v2.1.5_ONLINE*3266303335636665366161316636333633393239306539663534313661633061-slide-15"/>
</p:tagLst>
</file>

<file path=ppt/tags/tag542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FIGMA_ID" val="69796632965"/>
  <p:tag name="KSO_WM_TEMPLATE_SLIDE_ID" val="slide_1d5333ca2ad682bd"/>
</p:tagLst>
</file>

<file path=ppt/tags/tag54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4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45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7725469ed40d20d243a30c56ad11b00325295c"/>
  <p:tag name="KSO_WM_NEWLAYOUT_GROUP_ID" val="layout_6"/>
  <p:tag name="KSO_WM_NEWLAYOUT_ID" val="slide_981bf42e714fdd9b"/>
  <p:tag name="KSO_WM_UNIT_PRESET_TEXT" val="单击此处添加标题"/>
</p:tagLst>
</file>

<file path=ppt/tags/tag5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79239465&quot;,&quot;product_name&quot;:&quot;wps-wpp-pc&quot;,&quot;intention_code&quot;:&quot;wps_wpp_generate_doc_pay&quot;}*auto_gallery_ai_v2.1.5_ONLINE*3266303335636665366161316636333633393239306539663534313661633061-slide-17"/>
</p:tagLst>
</file>

<file path=ppt/tags/tag54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5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2965"/>
  <p:tag name="KSO_WM_TEMPLATE_SLIDE_ID" val="slide_981bf42e714fdd9b"/>
</p:tagLst>
</file>

<file path=ppt/tags/tag55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52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5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df50ccebf1ed354077c66a51b26dc64166a6b3"/>
  <p:tag name="KSO_WM_NEWLAYOUT_GROUP_ID" val="layout_33"/>
  <p:tag name="KSO_WM_NEWLAYOUT_ID" val="slide_34fcc7833e853e48"/>
  <p:tag name="KSO_WM_UNIT_PRESET_TEXT" val="单击此处添加标题"/>
</p:tagLst>
</file>

<file path=ppt/tags/tag5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5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0283d79785875e0-slide-0"/>
</p:tagLst>
</file>

<file path=ppt/tags/tag55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5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62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66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6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34fcc7833e853e48"/>
</p:tagLst>
</file>

<file path=ppt/tags/tag5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b5abb154c7eaf7ab790556b36d16b54aac8651"/>
  <p:tag name="KSO_WM_NEWLAYOUT_GROUP_ID" val="layout_2"/>
  <p:tag name="KSO_WM_NEWLAYOUT_ID" val="slide_0494771ff88aefe6"/>
  <p:tag name="KSO_WM_UNIT_PRESET_TEXT" val="单击此处添加标题"/>
</p:tagLst>
</file>

<file path=ppt/tags/tag5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35220772&quot;,&quot;product_name&quot;:&quot;wps-wpp-pc&quot;,&quot;intention_code&quot;:&quot;wps_wpp_generate_doc_pay&quot;}*auto_gallery_ai_v2.1.5_ONLINE*3266303335636665366161316636333633393239306539663534313661633061-slide-20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824420979e8c2064a-slide-0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0494771ff88aefe6"/>
</p:tagLst>
</file>

<file path=ppt/tags/tag58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81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8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e662486a2fb82c3046699dd21b13422f851e3e"/>
  <p:tag name="KSO_WM_NEWLAYOUT_GROUP_ID" val="layout_63"/>
  <p:tag name="KSO_WM_NEWLAYOUT_ID" val="slide_96919410b42e99e9"/>
  <p:tag name="KSO_WM_UNIT_PRESET_TEXT" val="单击此处添加标题"/>
</p:tagLst>
</file>

<file path=ppt/tags/tag5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11465dc6f509671-slide-0"/>
</p:tagLst>
</file>

<file path=ppt/tags/tag5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96919410b42e99e9"/>
</p:tagLst>
</file>

<file path=ppt/tags/tag5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17fca489efbad3a603a139d891c1bcabb2782"/>
  <p:tag name="KSO_WM_NEWLAYOUT_GROUP_ID" val="layout_59"/>
  <p:tag name="KSO_WM_NEWLAYOUT_ID" val="slide_d1f7eafcffada5ab"/>
  <p:tag name="KSO_WM_UNIT_PRESET_TEXT" val="单击此处添加标题"/>
</p:tagLst>
</file>

<file path=ppt/tags/tag5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8349d413ec92b31-slide-0"/>
</p:tagLst>
</file>

<file path=ppt/tags/tag5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d1f7eafcffada5ab"/>
</p:tagLst>
</file>

<file path=ppt/tags/tag5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fc46d909b0d3273268c984123f304c1d729780"/>
  <p:tag name="KSO_WM_NEWLAYOUT_GROUP_ID" val="layout_26"/>
  <p:tag name="KSO_WM_NEWLAYOUT_ID" val="slide_ef948ae8003135f4"/>
  <p:tag name="KSO_WM_UNIT_PRESET_TEXT" val="单击此处添加标题"/>
</p:tagLst>
</file>

<file path=ppt/tags/tag6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233f70bf30d2331-slide-0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233f70bf30d2331-slide-0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ef948ae8003135f4"/>
</p:tagLst>
</file>

<file path=ppt/tags/tag6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0086f9d247dd4dfb23199d4f784b9fb5585da8"/>
  <p:tag name="KSO_WM_NEWLAYOUT_GROUP_ID" val="layout_10007"/>
  <p:tag name="KSO_WM_NEWLAYOUT_ID" val="slide_2faf873680021aa9"/>
  <p:tag name="KSO_WM_UNIT_PRESET_TEXT" val="单击此处添加标题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1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2faf873680021aa9"/>
</p:tagLst>
</file>

<file path=ppt/tags/tag61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16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1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  <p:tag name="KSO_WM_UNIT_PRESET_TEXT" val="单击此处添加标题"/>
</p:tagLst>
</file>

<file path=ppt/tags/tag6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224031623&quot;,&quot;product_name&quot;:&quot;wps-wpp-pc&quot;,&quot;intention_code&quot;:&quot;wps_wpp_generate_doc_pay&quot;}*auto_gallery_ai_v2.1.5_ONLINE*3266303335636665366161316636333633393239306539663534313661633061-slide-27"/>
</p:tagLst>
</file>

<file path=ppt/tags/tag6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1711a7a49ad709ad"/>
</p:tagLst>
</file>

<file path=ppt/tags/tag6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a66ba332e039cb97ab80eddc954add7bbcdcc5"/>
  <p:tag name="KSO_WM_NEWLAYOUT_GROUP_ID" val="layout_48"/>
  <p:tag name="KSO_WM_NEWLAYOUT_ID" val="slide_10d253ff511e52b1"/>
  <p:tag name="KSO_WM_UNIT_PRESET_TEXT" val="单击此处添加标题"/>
</p:tagLst>
</file>

<file path=ppt/tags/tag6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23902cef633e28b-slide-0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23902cef633e28b-slide-0"/>
</p:tagLst>
</file>

<file path=ppt/tags/tag6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3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10d253ff511e52b1"/>
</p:tagLst>
</file>

<file path=ppt/tags/tag6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fb0f108fa194c556280d205c833375cda2e05a"/>
  <p:tag name="KSO_WM_NEWLAYOUT_GROUP_ID" val="layout_10004"/>
  <p:tag name="KSO_WM_NEWLAYOUT_ID" val="slide_f218b3514126d89d"/>
  <p:tag name="KSO_WM_UNIT_PRESET_TEXT" val="单击此处添加标题"/>
</p:tagLst>
</file>

<file path=ppt/tags/tag6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4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f218b3514126d89d"/>
</p:tagLst>
</file>

<file path=ppt/tags/tag6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91c56c28a23a3c5c428cb778b06854b82f200"/>
  <p:tag name="KSO_WM_NEWLAYOUT_GROUP_ID" val="layout_10003"/>
  <p:tag name="KSO_WM_NEWLAYOUT_ID" val="slide_2e5f3f4c52aaa365"/>
  <p:tag name="KSO_WM_UNIT_PRESET_TEXT" val="单击此处添加标题"/>
</p:tagLst>
</file>

<file path=ppt/tags/tag6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2e5f3f4c52aaa365"/>
</p:tagLst>
</file>

<file path=ppt/tags/tag657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58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5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9c8aa120336503c81c8d2aa65fc61cc15cdfde"/>
  <p:tag name="KSO_WM_NEWLAYOUT_GROUP_ID" val="layout_27"/>
  <p:tag name="KSO_WM_NEWLAYOUT_ID" val="slide_928d7369a50b66e3"/>
  <p:tag name="KSO_WM_UNIT_PRESET_TEXT" val="单击此处添加标题"/>
</p:tagLst>
</file>

<file path=ppt/tags/tag66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7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6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6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7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928d7369a50b66e3"/>
</p:tagLst>
</file>

<file path=ppt/tags/tag67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79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8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6aa95a3003d9f6a4db839492e16140b7fa74f2"/>
  <p:tag name="KSO_WM_NEWLAYOUT_GROUP_ID" val="layout_35"/>
  <p:tag name="KSO_WM_NEWLAYOUT_ID" val="slide_b58b498f57b421c2"/>
  <p:tag name="KSO_WM_UNIT_PRESET_TEXT" val="单击此处添加标题"/>
</p:tagLst>
</file>

<file path=ppt/tags/tag6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6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9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b58b498f57b421c2"/>
</p:tagLst>
</file>

<file path=ppt/tags/tag6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613f19202fbc4d7a384052f081192b3e50fb1d"/>
  <p:tag name="KSO_WM_NEWLAYOUT_GROUP_ID" val="layout_38"/>
  <p:tag name="KSO_WM_NEWLAYOUT_ID" val="slide_ec1087826c16bdd5"/>
  <p:tag name="KSO_WM_UNIT_PRESET_TEXT" val="单击此处添加标题"/>
</p:tagLst>
</file>

<file path=ppt/tags/tag6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91124694&quot;,&quot;product_name&quot;:&quot;wps-wpp-pc&quot;,&quot;intention_code&quot;:&quot;wps_wpp_generate_doc_pay&quot;}*auto_gallery_ai_v2.1.5_ONLINE*3266303335636665366161316636333633393239306539663534313661633061-slide-35"/>
</p:tagLst>
</file>

<file path=ppt/tags/tag6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04762439&quot;,&quot;product_name&quot;:&quot;wps-wpp-pc&quot;,&quot;intention_code&quot;:&quot;wps_wpp_generate_doc_pay&quot;}*auto_gallery_ai_v2.1.5_ONLINE*3266303335636665366161316636333633393239306539663534313661633061-slide-35"/>
</p:tagLst>
</file>

<file path=ppt/tags/tag7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7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029141642&quot;,&quot;product_name&quot;:&quot;wps-wpp-pc&quot;,&quot;intention_code&quot;:&quot;wps_wpp_generate_doc_pay&quot;}*auto_gallery_ai_v2.1.5_ONLINE*3266303335636665366161316636333633393239306539663534313661633061-slide-35"/>
</p:tagLst>
</file>

<file path=ppt/tags/tag7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7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1313351878&quot;,&quot;product_name&quot;:&quot;wps-wpp-pc&quot;,&quot;intention_code&quot;:&quot;wps_wpp_generate_doc_pay&quot;}*auto_gallery_ai_v2.1.5_ONLINE*3266303335636665366161316636333633393239306539663534313661633061-slide-35"/>
</p:tagLst>
</file>

<file path=ppt/tags/tag7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7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1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ec1087826c16bdd5"/>
</p:tagLst>
</file>

<file path=ppt/tags/tag71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1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1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157"/>
  <p:tag name="KSO_WM_TEMPLATE_CATEGORY" val="custom"/>
  <p:tag name="KSO_WM_SLIDE_INDEX" val="5"/>
  <p:tag name="KSO_WM_SLIDE_ID" val="custom40490157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3129</Words>
  <Application>WPS Office WWO_wpscloud_20250904173343-5eb13ec068</Application>
  <PresentationFormat>宽屏</PresentationFormat>
  <Paragraphs>468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MiSans</vt:lpstr>
      <vt:lpstr>Office 主题</vt:lpstr>
      <vt:lpstr>渐变胶囊简约风</vt:lpstr>
      <vt:lpstr>电子线路课程设计可行性报告课题名称：基于ESP32 与LM386的智能药箱系统设计</vt:lpstr>
      <vt:lpstr>目录</vt:lpstr>
      <vt:lpstr>目录</vt:lpstr>
      <vt:lpstr>通信工程3班成员信息</vt:lpstr>
      <vt:lpstr>系统概述、设计思路</vt:lpstr>
      <vt:lpstr>系统设计思路与框架</vt:lpstr>
      <vt:lpstr>系统组成与工作原理</vt:lpstr>
      <vt:lpstr>系统功能与工作原理</vt:lpstr>
      <vt:lpstr>单元电路的设计与分析</vt:lpstr>
      <vt:lpstr>LM386的音频功放设计</vt:lpstr>
      <vt:lpstr>供电电路设计</vt:lpstr>
      <vt:lpstr>元器件明细表</vt:lpstr>
      <vt:lpstr>主控与音频功放元件</vt:lpstr>
      <vt:lpstr>音频输出与无备注元件</vt:lpstr>
      <vt:lpstr>晶体与电感元件</vt:lpstr>
      <vt:lpstr>未列明元件</vt:lpstr>
      <vt:lpstr>调试所需的仪器设备</vt:lpstr>
      <vt:lpstr>电子实验器材列表</vt:lpstr>
      <vt:lpstr>设计的难点和可能出现的问题</vt:lpstr>
      <vt:lpstr>供电电路的设计</vt:lpstr>
      <vt:lpstr>ESP32与小程序的对接</vt:lpstr>
      <vt:lpstr>预期达到的性能指标</vt:lpstr>
      <vt:lpstr>用药提醒机制</vt:lpstr>
      <vt:lpstr>用药记录追踪</vt:lpstr>
      <vt:lpstr>远程健康保障</vt:lpstr>
      <vt:lpstr>直观显示信息</vt:lpstr>
      <vt:lpstr>课题中独立设计部分介绍</vt:lpstr>
      <vt:lpstr>应用场景与目标</vt:lpstr>
      <vt:lpstr>设计特色与个性化服务</vt:lpstr>
      <vt:lpstr>创新设计亮点</vt:lpstr>
      <vt:lpstr>电路连接与供电方案</vt:lpstr>
      <vt:lpstr>外观设计</vt:lpstr>
      <vt:lpstr>外观结构设计</vt:lpstr>
      <vt:lpstr>人员分工与进度安排</vt:lpstr>
      <vt:lpstr>团队分工明细</vt:lpstr>
      <vt:lpstr>项目进度安排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电子线路课程设计可行性报告课题名称：基于ESP32 与LM386的智能药箱系统设计</dc:title>
  <dc:creator/>
  <cp:lastModifiedBy/>
  <dcterms:created xsi:type="dcterms:W3CDTF">2025-09-15T12:01:18Z</dcterms:created>
  <dcterms:modified xsi:type="dcterms:W3CDTF">2025-09-15T12:01:18Z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2052-12.9.0.22637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v1.0_ai_69796632965</vt:lpwstr>
  </property>
</Properties>
</file>